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28" y="1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el Patel" userId="e6c740f74728dce2" providerId="LiveId" clId="{10850622-257A-4BD2-BEBC-0C1A8802EE22}"/>
    <pc:docChg chg="modSld">
      <pc:chgData name="Sheel Patel" userId="e6c740f74728dce2" providerId="LiveId" clId="{10850622-257A-4BD2-BEBC-0C1A8802EE22}" dt="2026-10-25T11:28:41.670" v="1" actId="20577"/>
      <pc:docMkLst>
        <pc:docMk/>
      </pc:docMkLst>
      <pc:sldChg chg="modSp mod">
        <pc:chgData name="Sheel Patel" userId="e6c740f74728dce2" providerId="LiveId" clId="{10850622-257A-4BD2-BEBC-0C1A8802EE22}" dt="2026-10-25T11:28:41.670" v="1" actId="20577"/>
        <pc:sldMkLst>
          <pc:docMk/>
          <pc:sldMk cId="0" sldId="256"/>
        </pc:sldMkLst>
        <pc:spChg chg="mod">
          <ac:chgData name="Sheel Patel" userId="e6c740f74728dce2" providerId="LiveId" clId="{10850622-257A-4BD2-BEBC-0C1A8802EE22}" dt="2026-10-25T11:28:41.670" v="1" actId="20577"/>
          <ac:spMkLst>
            <pc:docMk/>
            <pc:sldMk cId="0" sldId="256"/>
            <ac:spMk id="9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01" y="23924"/>
            <a:ext cx="868623" cy="122413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755092" y="63213"/>
            <a:ext cx="11287000" cy="1184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IN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 Bihari Vajpayee</a:t>
            </a:r>
            <a:r>
              <a:rPr lang="en-IN" sz="29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marL="0" marR="0" lvl="0" indent="0" algn="ctr" rtl="0">
              <a:lnSpc>
                <a:spcPct val="131034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Arial"/>
              <a:buNone/>
            </a:pPr>
            <a:r>
              <a:rPr lang="en-IN" sz="2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Indian Institute of Information Technology and Management Gwalior</a:t>
            </a:r>
            <a:endParaRPr sz="2400" b="0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53832" y="3917775"/>
            <a:ext cx="11584217" cy="904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900"/>
              <a:buFont typeface="Arial"/>
              <a:buNone/>
            </a:pPr>
            <a:r>
              <a:rPr lang="en-IN" sz="29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Instructors – Dr. Sunil Kumar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900"/>
              <a:buFont typeface="Arial"/>
              <a:buNone/>
            </a:pPr>
            <a:r>
              <a:rPr lang="en-IN" sz="2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Dept. of Information Technology, ABV-IIITM Gwalior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337700" y="1860700"/>
            <a:ext cx="577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Computer Graphics Lab : 11 </a:t>
            </a:r>
            <a:endParaRPr sz="3200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19332" y="2353458"/>
            <a:ext cx="11653219" cy="1314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1B10"/>
              </a:buClr>
              <a:buSzPct val="100000"/>
              <a:buFont typeface="Arial"/>
              <a:buNone/>
            </a:pPr>
            <a:r>
              <a:rPr lang="en-IN" sz="6600" b="0" u="none">
                <a:solidFill>
                  <a:srgbClr val="1D1B10"/>
                </a:solidFill>
                <a:latin typeface="Arial"/>
                <a:ea typeface="Arial"/>
                <a:cs typeface="Arial"/>
                <a:sym typeface="Arial"/>
              </a:rPr>
              <a:t>Creating a Real Scene</a:t>
            </a:r>
            <a:endParaRPr sz="66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4079775" y="4887602"/>
            <a:ext cx="354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Teaching Assistants (TAs)</a:t>
            </a:r>
            <a:endParaRPr/>
          </a:p>
        </p:txBody>
      </p:sp>
      <p:pic>
        <p:nvPicPr>
          <p:cNvPr id="95" name="Google Shape;9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100" y="5287800"/>
            <a:ext cx="9820275" cy="157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335360" y="32186"/>
            <a:ext cx="10981220" cy="107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IN" sz="6000">
                <a:latin typeface="Arial"/>
                <a:ea typeface="Arial"/>
                <a:cs typeface="Arial"/>
                <a:sym typeface="Arial"/>
              </a:rPr>
              <a:t>Objective of this lab</a:t>
            </a:r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759000" y="1352600"/>
            <a:ext cx="10674000" cy="43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realistic scenes on a computer screen using OpenGL by modeling objects, applying transformations, and combining graphical elements to reproduce given scenes or design a scene of choice.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605400" y="-1"/>
            <a:ext cx="10981200" cy="12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6000"/>
              <a:buFont typeface="Arial"/>
              <a:buNone/>
            </a:pPr>
            <a:r>
              <a:rPr lang="en-IN" sz="6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r>
              <a:rPr lang="en-IN" sz="6000">
                <a:latin typeface="Arial"/>
                <a:ea typeface="Arial"/>
                <a:cs typeface="Arial"/>
                <a:sym typeface="Arial"/>
              </a:rPr>
              <a:t> Assignment - 01</a:t>
            </a:r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335350" y="1215075"/>
            <a:ext cx="3454200" cy="56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&lt;GL/glut.h&gt;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&lt;cmath&gt;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circle(float y, float r) {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glBegin(GL_TRIANGLE_FAN);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glVertex2f(0, y);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for (int i = 0; i &lt;= 360; i++)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glVertex2f(r * cos(i * 3.14159 / 180),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y + r * sin(i * 3.14159 / 180));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glEnd();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display() {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glClear(GL_COLOR_BUFFER_BIT);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7805350" y="1359250"/>
            <a:ext cx="3830700" cy="56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main(int argc, char** argv) {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glutInit(&amp;argc, argv);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glutInitDisplayMode(GLUT_SINGLE | GLUT_RGB);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glutInitWindowSize(400, 500);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glutCreateWindow("Traffic Signal");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gluOrtho2D(-1, 1, 0, 1);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glutDisplayFunc(display);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glutMainLoop();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0;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3882100" y="1215075"/>
            <a:ext cx="3830700" cy="5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glColor3f(0, 0, 0);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glRectf(-0.3, 0.1, 0.3, 0.9);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// Red, yellow and green lights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glColor3f(1, 0, 0);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circle(0.72, 0.15);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glColor3f(1, 1, 0);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circle(0.50, 0.15);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glColor3f(0, 1, 0);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circle(0.28, 0.15);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glFlush();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490582" y="1124744"/>
            <a:ext cx="11210836" cy="581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IN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 -02 </a:t>
            </a: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Create the scene shown below on computer screen</a:t>
            </a:r>
            <a:endParaRPr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3071677" y="34825"/>
            <a:ext cx="6278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 - 02</a:t>
            </a:r>
            <a:endParaRPr/>
          </a:p>
        </p:txBody>
      </p:sp>
      <p:pic>
        <p:nvPicPr>
          <p:cNvPr id="116" name="Google Shape;116;p16" descr="A building with a sign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0779" y="1813812"/>
            <a:ext cx="8560389" cy="4823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490582" y="1039153"/>
            <a:ext cx="11210836" cy="581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IN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 -03 </a:t>
            </a: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Create any one of the following scene on computer screen</a:t>
            </a:r>
            <a:endParaRPr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3071677" y="34825"/>
            <a:ext cx="6480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 - 03</a:t>
            </a:r>
            <a:endParaRPr/>
          </a:p>
        </p:txBody>
      </p:sp>
      <p:pic>
        <p:nvPicPr>
          <p:cNvPr id="123" name="Google Shape;123;p17" descr="A large group of animal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7528" y="1589304"/>
            <a:ext cx="7704856" cy="5236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1199456" y="2889667"/>
            <a:ext cx="9289032" cy="107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IN" sz="6000">
                <a:latin typeface="Arial"/>
                <a:ea typeface="Arial"/>
                <a:cs typeface="Arial"/>
                <a:sym typeface="Arial"/>
              </a:rPr>
              <a:t>Thank you !</a:t>
            </a:r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</Words>
  <Application>Microsoft Office PowerPoint</Application>
  <PresentationFormat>Widescreen</PresentationFormat>
  <Paragraphs>55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Noto Sans Symbols</vt:lpstr>
      <vt:lpstr>Office Theme</vt:lpstr>
      <vt:lpstr>PowerPoint Presentation</vt:lpstr>
      <vt:lpstr>Objective of this lab</vt:lpstr>
      <vt:lpstr>Demo Assignment - 01</vt:lpstr>
      <vt:lpstr>PowerPoint Presentation</vt:lpstr>
      <vt:lpstr>PowerPoint Presentation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Sheel Patel</cp:lastModifiedBy>
  <cp:revision>1</cp:revision>
  <dcterms:modified xsi:type="dcterms:W3CDTF">2026-10-25T11:28:46Z</dcterms:modified>
</cp:coreProperties>
</file>