
<file path=[Content_Types].xml><?xml version="1.0" encoding="utf-8"?>
<Types xmlns="http://schemas.openxmlformats.org/package/2006/content-types">
  <Default Extension="xml" ContentType="application/xml"/>
  <Default Extension="rels" ContentType="application/vnd.openxmlformats-package.relationships+xml"/>
  <Default Extension="png" ContentType="image/png"/>
  <Default Extension="jpeg" ContentType="image/jpeg"/>
  <Override PartName="/_rels/.rels" ContentType="application/vnd.openxmlformats-package.relationships+xml"/>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slideMasters/_rels/slideMaster3.xml.rels" ContentType="application/vnd.openxmlformats-package.relationships+xml"/>
  <Override PartName="/ppt/slideMasters/_rels/slideMaster2.xml.rels" ContentType="application/vnd.openxmlformats-package.relationships+xml"/>
  <Override PartName="/ppt/slideMasters/_rels/slideMaster1.xml.rels" ContentType="application/vnd.openxmlformats-package.relationship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notesSlides/_rels/notesSlide1.xml.rels" ContentType="application/vnd.openxmlformats-package.relationships+xml"/>
  <Override PartName="/ppt/notesSlides/notesSlide1.xml" ContentType="application/vnd.openxmlformats-officedocument.presentationml.notesSlide+xml"/>
  <Override PartName="/ppt/_rels/presentation.xml.rels" ContentType="application/vnd.openxmlformats-package.relationships+xml"/>
  <Override PartName="/ppt/slideLayouts/_rels/slideLayout19.xml.rels" ContentType="application/vnd.openxmlformats-package.relationships+xml"/>
  <Override PartName="/ppt/slideLayouts/_rels/slideLayout13.xml.rels" ContentType="application/vnd.openxmlformats-package.relationships+xml"/>
  <Override PartName="/ppt/slideLayouts/_rels/slideLayout23.xml.rels" ContentType="application/vnd.openxmlformats-package.relationships+xml"/>
  <Override PartName="/ppt/slideLayouts/_rels/slideLayout30.xml.rels" ContentType="application/vnd.openxmlformats-package.relationships+xml"/>
  <Override PartName="/ppt/slideLayouts/_rels/slideLayout14.xml.rels" ContentType="application/vnd.openxmlformats-package.relationships+xml"/>
  <Override PartName="/ppt/slideLayouts/_rels/slideLayout29.xml.rels" ContentType="application/vnd.openxmlformats-package.relationships+xml"/>
  <Override PartName="/ppt/slideLayouts/_rels/slideLayout10.xml.rels" ContentType="application/vnd.openxmlformats-package.relationships+xml"/>
  <Override PartName="/ppt/slideLayouts/_rels/slideLayout25.xml.rels" ContentType="application/vnd.openxmlformats-package.relationships+xml"/>
  <Override PartName="/ppt/slideLayouts/_rels/slideLayout16.xml.rels" ContentType="application/vnd.openxmlformats-package.relationships+xml"/>
  <Override PartName="/ppt/slideLayouts/_rels/slideLayout32.xml.rels" ContentType="application/vnd.openxmlformats-package.relationships+xml"/>
  <Override PartName="/ppt/slideLayouts/_rels/slideLayout34.xml.rels" ContentType="application/vnd.openxmlformats-package.relationships+xml"/>
  <Override PartName="/ppt/slideLayouts/_rels/slideLayout20.xml.rels" ContentType="application/vnd.openxmlformats-package.relationships+xml"/>
  <Override PartName="/ppt/slideLayouts/_rels/slideLayout35.xml.rels" ContentType="application/vnd.openxmlformats-package.relationships+xml"/>
  <Override PartName="/ppt/slideLayouts/_rels/slideLayout33.xml.rels" ContentType="application/vnd.openxmlformats-package.relationships+xml"/>
  <Override PartName="/ppt/slideLayouts/_rels/slideLayout3.xml.rels" ContentType="application/vnd.openxmlformats-package.relationships+xml"/>
  <Override PartName="/ppt/slideLayouts/_rels/slideLayout9.xml.rels" ContentType="application/vnd.openxmlformats-package.relationships+xml"/>
  <Override PartName="/ppt/slideLayouts/_rels/slideLayout24.xml.rels" ContentType="application/vnd.openxmlformats-package.relationships+xml"/>
  <Override PartName="/ppt/slideLayouts/_rels/slideLayout15.xml.rels" ContentType="application/vnd.openxmlformats-package.relationships+xml"/>
  <Override PartName="/ppt/slideLayouts/_rels/slideLayout31.xml.rels" ContentType="application/vnd.openxmlformats-package.relationships+xml"/>
  <Override PartName="/ppt/slideLayouts/_rels/slideLayout2.xml.rels" ContentType="application/vnd.openxmlformats-package.relationships+xml"/>
  <Override PartName="/ppt/slideLayouts/_rels/slideLayout8.xml.rels" ContentType="application/vnd.openxmlformats-package.relationships+xml"/>
  <Override PartName="/ppt/slideLayouts/_rels/slideLayout22.xml.rels" ContentType="application/vnd.openxmlformats-package.relationships+xml"/>
  <Override PartName="/ppt/slideLayouts/_rels/slideLayout28.xml.rels" ContentType="application/vnd.openxmlformats-package.relationships+xml"/>
  <Override PartName="/ppt/slideLayouts/_rels/slideLayout7.xml.rels" ContentType="application/vnd.openxmlformats-package.relationships+xml"/>
  <Override PartName="/ppt/slideLayouts/_rels/slideLayout1.xml.rels" ContentType="application/vnd.openxmlformats-package.relationships+xml"/>
  <Override PartName="/ppt/slideLayouts/_rels/slideLayout6.xml.rels" ContentType="application/vnd.openxmlformats-package.relationships+xml"/>
  <Override PartName="/ppt/slideLayouts/_rels/slideLayout36.xml.rels" ContentType="application/vnd.openxmlformats-package.relationships+xml"/>
  <Override PartName="/ppt/slideLayouts/_rels/slideLayout21.xml.rels" ContentType="application/vnd.openxmlformats-package.relationships+xml"/>
  <Override PartName="/ppt/slideLayouts/_rels/slideLayout27.xml.rels" ContentType="application/vnd.openxmlformats-package.relationships+xml"/>
  <Override PartName="/ppt/slideLayouts/_rels/slideLayout5.xml.rels" ContentType="application/vnd.openxmlformats-package.relationships+xml"/>
  <Override PartName="/ppt/slideLayouts/_rels/slideLayout18.xml.rels" ContentType="application/vnd.openxmlformats-package.relationships+xml"/>
  <Override PartName="/ppt/slideLayouts/_rels/slideLayout12.xml.rels" ContentType="application/vnd.openxmlformats-package.relationships+xml"/>
  <Override PartName="/ppt/slideLayouts/_rels/slideLayout4.xml.rels" ContentType="application/vnd.openxmlformats-package.relationships+xml"/>
  <Override PartName="/ppt/slideLayouts/_rels/slideLayout17.xml.rels" ContentType="application/vnd.openxmlformats-package.relationships+xml"/>
  <Override PartName="/ppt/slideLayouts/_rels/slideLayout11.xml.rels" ContentType="application/vnd.openxmlformats-package.relationships+xml"/>
  <Override PartName="/ppt/slideLayouts/_rels/slideLayout26.xml.rels" ContentType="application/vnd.openxmlformats-package.relationships+xml"/>
  <Override PartName="/ppt/slideLayouts/slideLayout29.xml" ContentType="application/vnd.openxmlformats-officedocument.presentationml.slideLayout+xml"/>
  <Override PartName="/ppt/slideLayouts/slideLayout9.xml" ContentType="application/vnd.openxmlformats-officedocument.presentationml.slideLayout+xml"/>
  <Override PartName="/ppt/slideLayouts/slideLayout28.xml" ContentType="application/vnd.openxmlformats-officedocument.presentationml.slideLayout+xml"/>
  <Override PartName="/ppt/slideLayouts/slideLayout8.xml" ContentType="application/vnd.openxmlformats-officedocument.presentationml.slideLayout+xml"/>
  <Override PartName="/ppt/slideLayouts/slideLayout16.xml" ContentType="application/vnd.openxmlformats-officedocument.presentationml.slideLayout+xml"/>
  <Override PartName="/ppt/slideLayouts/slideLayout15.xml" ContentType="application/vnd.openxmlformats-officedocument.presentationml.slideLayout+xml"/>
  <Override PartName="/ppt/slideLayouts/slideLayout14.xml" ContentType="application/vnd.openxmlformats-officedocument.presentationml.slideLayout+xml"/>
  <Override PartName="/ppt/slideLayouts/slideLayout13.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27.xml" ContentType="application/vnd.openxmlformats-officedocument.presentationml.slideLayout+xml"/>
  <Override PartName="/ppt/slideLayouts/slideLayout7.xml" ContentType="application/vnd.openxmlformats-officedocument.presentationml.slideLayout+xml"/>
  <Override PartName="/ppt/slideLayouts/slideLayout33.xml" ContentType="application/vnd.openxmlformats-officedocument.presentationml.slideLayout+xml"/>
  <Override PartName="/ppt/slideLayouts/slideLayout10.xml" ContentType="application/vnd.openxmlformats-officedocument.presentationml.slideLayout+xml"/>
  <Override PartName="/ppt/slideLayouts/slideLayout34.xml" ContentType="application/vnd.openxmlformats-officedocument.presentationml.slideLayout+xml"/>
  <Override PartName="/ppt/slideLayouts/slideLayout11.xml" ContentType="application/vnd.openxmlformats-officedocument.presentationml.slideLayout+xml"/>
  <Override PartName="/ppt/slideLayouts/slideLayout35.xml" ContentType="application/vnd.openxmlformats-officedocument.presentationml.slideLayout+xml"/>
  <Override PartName="/ppt/slideLayouts/slideLayout12.xml" ContentType="application/vnd.openxmlformats-officedocument.presentationml.slideLayout+xml"/>
  <Override PartName="/ppt/slideLayouts/slideLayout36.xml" ContentType="application/vnd.openxmlformats-officedocument.presentationml.slideLayout+xml"/>
  <Override PartName="/ppt/slideLayouts/slideLayout26.xml" ContentType="application/vnd.openxmlformats-officedocument.presentationml.slideLayout+xml"/>
  <Override PartName="/ppt/slideLayouts/slideLayout6.xml" ContentType="application/vnd.openxmlformats-officedocument.presentationml.slideLayout+xml"/>
  <Override PartName="/ppt/slideLayouts/slideLayout25.xml" ContentType="application/vnd.openxmlformats-officedocument.presentationml.slideLayout+xml"/>
  <Override PartName="/ppt/slideLayouts/slideLayout5.xml" ContentType="application/vnd.openxmlformats-officedocument.presentationml.slideLayout+xml"/>
  <Override PartName="/ppt/slideLayouts/slideLayout24.xml" ContentType="application/vnd.openxmlformats-officedocument.presentationml.slideLayout+xml"/>
  <Override PartName="/ppt/slideLayouts/slideLayout4.xml" ContentType="application/vnd.openxmlformats-officedocument.presentationml.slideLayout+xml"/>
  <Override PartName="/ppt/slideLayouts/slideLayout23.xml" ContentType="application/vnd.openxmlformats-officedocument.presentationml.slideLayout+xml"/>
  <Override PartName="/ppt/slideLayouts/slideLayout3.xml" ContentType="application/vnd.openxmlformats-officedocument.presentationml.slideLayout+xml"/>
  <Override PartName="/ppt/slideLayouts/slideLayout19.xml" ContentType="application/vnd.openxmlformats-officedocument.presentationml.slideLayout+xml"/>
  <Override PartName="/ppt/slideLayouts/slideLayout22.xml" ContentType="application/vnd.openxmlformats-officedocument.presentationml.slideLayout+xml"/>
  <Override PartName="/ppt/slideLayouts/slideLayout2.xml" ContentType="application/vnd.openxmlformats-officedocument.presentationml.slideLayout+xml"/>
  <Override PartName="/ppt/slideLayouts/slideLayout18.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1.xml" ContentType="application/vnd.openxmlformats-officedocument.presentationml.slideLayout+xml"/>
  <Override PartName="/ppt/slideLayouts/slideLayout17.xml" ContentType="application/vnd.openxmlformats-officedocument.presentationml.slideLayout+xml"/>
  <Override PartName="/ppt/media/image1.png" ContentType="image/png"/>
  <Override PartName="/ppt/presProps.xml" ContentType="application/vnd.openxmlformats-officedocument.presentationml.presProps+xml"/>
  <Override PartName="/ppt/notesMasters/_rels/notesMaster1.xml.rels" ContentType="application/vnd.openxmlformats-package.relationships+xml"/>
  <Override PartName="/ppt/notesMasters/notesMaster1.xml" ContentType="application/vnd.openxmlformats-officedocument.presentationml.notesMaster+xml"/>
  <Override PartName="/ppt/slides/slide1.xml" ContentType="application/vnd.openxmlformats-officedocument.presentationml.slide+xml"/>
  <Override PartName="/ppt/slides/_rels/slide8.xml.rels" ContentType="application/vnd.openxmlformats-package.relationships+xml"/>
  <Override PartName="/ppt/slides/_rels/slide7.xml.rels" ContentType="application/vnd.openxmlformats-package.relationships+xml"/>
  <Override PartName="/ppt/slides/_rels/slide6.xml.rels" ContentType="application/vnd.openxmlformats-package.relationships+xml"/>
  <Override PartName="/ppt/slides/_rels/slide3.xml.rels" ContentType="application/vnd.openxmlformats-package.relationships+xml"/>
  <Override PartName="/ppt/slides/_rels/slide5.xml.rels" ContentType="application/vnd.openxmlformats-package.relationships+xml"/>
  <Override PartName="/ppt/slides/_rels/slide2.xml.rels" ContentType="application/vnd.openxmlformats-package.relationships+xml"/>
  <Override PartName="/ppt/slides/_rels/slide4.xml.rels" ContentType="application/vnd.openxmlformats-package.relationships+xml"/>
  <Override PartName="/ppt/slides/_rels/slide1.xml.rels" ContentType="application/vnd.openxmlformats-package.relationships+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61" r:id="rId3"/>
    <p:sldMasterId id="2147483674" r:id="rId4"/>
  </p:sldMasterIdLst>
  <p:notesMasterIdLst>
    <p:notesMasterId r:id="rId5"/>
  </p:notesMasterIdLst>
  <p:sldIdLst>
    <p:sldId id="256" r:id="rId6"/>
    <p:sldId id="257" r:id="rId7"/>
    <p:sldId id="258" r:id="rId8"/>
    <p:sldId id="259" r:id="rId9"/>
    <p:sldId id="260" r:id="rId10"/>
    <p:sldId id="261" r:id="rId11"/>
    <p:sldId id="262" r:id="rId12"/>
    <p:sldId id="263" r:id="rId13"/>
  </p:sldIdLst>
  <p:sldSz cx="12192000" cy="6858000"/>
  <p:notesSz cx="6858000" cy="9144000"/>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slide" Target="slides/slide6.xml"/><Relationship Id="rId12" Type="http://schemas.openxmlformats.org/officeDocument/2006/relationships/slide" Target="slides/slide7.xml"/><Relationship Id="rId13" Type="http://schemas.openxmlformats.org/officeDocument/2006/relationships/slide" Target="slides/slide8.xml"/><Relationship Id="rId14"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4.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23"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b="0" lang="en-IN" sz="1400" spc="-1" strike="noStrike">
                <a:solidFill>
                  <a:srgbClr val="000000"/>
                </a:solidFill>
                <a:latin typeface="Arial"/>
              </a:rPr>
              <a:t>Click to move the slide</a:t>
            </a:r>
            <a:endParaRPr b="0" lang="en-IN" sz="1400" spc="-1" strike="noStrike">
              <a:solidFill>
                <a:srgbClr val="000000"/>
              </a:solidFill>
              <a:latin typeface="Arial"/>
            </a:endParaRPr>
          </a:p>
        </p:txBody>
      </p:sp>
      <p:sp>
        <p:nvSpPr>
          <p:cNvPr id="124"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r>
              <a:rPr b="0" lang="en-IN" sz="2000" spc="-1" strike="noStrike">
                <a:latin typeface="Arial"/>
              </a:rPr>
              <a:t>Click to edit the notes format</a:t>
            </a:r>
            <a:endParaRPr b="0" lang="en-IN" sz="2000" spc="-1" strike="noStrike">
              <a:latin typeface="Arial"/>
            </a:endParaRPr>
          </a:p>
        </p:txBody>
      </p:sp>
      <p:sp>
        <p:nvSpPr>
          <p:cNvPr id="125" name="PlaceHolder 3"/>
          <p:cNvSpPr>
            <a:spLocks noGrp="1"/>
          </p:cNvSpPr>
          <p:nvPr>
            <p:ph type="hdr"/>
          </p:nvPr>
        </p:nvSpPr>
        <p:spPr>
          <a:xfrm>
            <a:off x="0" y="0"/>
            <a:ext cx="3280680" cy="534240"/>
          </a:xfrm>
          <a:prstGeom prst="rect">
            <a:avLst/>
          </a:prstGeom>
          <a:noFill/>
          <a:ln w="0">
            <a:noFill/>
          </a:ln>
        </p:spPr>
        <p:txBody>
          <a:bodyPr lIns="0" rIns="0" tIns="0" bIns="0" anchor="t">
            <a:noAutofit/>
          </a:bodyPr>
          <a:p>
            <a:r>
              <a:rPr b="0" lang="en-IN" sz="1400" spc="-1" strike="noStrike">
                <a:latin typeface="Times New Roman"/>
              </a:rPr>
              <a:t>&lt;header&gt;</a:t>
            </a:r>
            <a:endParaRPr b="0" lang="en-IN" sz="1400" spc="-1" strike="noStrike">
              <a:latin typeface="Times New Roman"/>
            </a:endParaRPr>
          </a:p>
        </p:txBody>
      </p:sp>
      <p:sp>
        <p:nvSpPr>
          <p:cNvPr id="126" name="PlaceHolder 4"/>
          <p:cNvSpPr>
            <a:spLocks noGrp="1"/>
          </p:cNvSpPr>
          <p:nvPr>
            <p:ph type="dt" idx="10"/>
          </p:nvPr>
        </p:nvSpPr>
        <p:spPr>
          <a:xfrm>
            <a:off x="4278960" y="0"/>
            <a:ext cx="3280680" cy="534240"/>
          </a:xfrm>
          <a:prstGeom prst="rect">
            <a:avLst/>
          </a:prstGeom>
          <a:noFill/>
          <a:ln w="0">
            <a:noFill/>
          </a:ln>
        </p:spPr>
        <p:txBody>
          <a:bodyPr lIns="0" rIns="0" tIns="0" bIns="0" anchor="t">
            <a:noAutofit/>
          </a:bodyPr>
          <a:lstStyle>
            <a:lvl1pPr algn="r">
              <a:buNone/>
              <a:defRPr b="0" lang="en-IN" sz="1400" spc="-1" strike="noStrike">
                <a:latin typeface="Times New Roman"/>
              </a:defRPr>
            </a:lvl1pPr>
          </a:lstStyle>
          <a:p>
            <a:pPr algn="r">
              <a:buNone/>
            </a:pPr>
            <a:r>
              <a:rPr b="0" lang="en-IN" sz="1400" spc="-1" strike="noStrike">
                <a:latin typeface="Times New Roman"/>
              </a:rPr>
              <a:t>&lt;date/time&gt;</a:t>
            </a:r>
            <a:endParaRPr b="0" lang="en-IN" sz="1400" spc="-1" strike="noStrike">
              <a:latin typeface="Times New Roman"/>
            </a:endParaRPr>
          </a:p>
        </p:txBody>
      </p:sp>
      <p:sp>
        <p:nvSpPr>
          <p:cNvPr id="127" name="PlaceHolder 5"/>
          <p:cNvSpPr>
            <a:spLocks noGrp="1"/>
          </p:cNvSpPr>
          <p:nvPr>
            <p:ph type="ftr" idx="11"/>
          </p:nvPr>
        </p:nvSpPr>
        <p:spPr>
          <a:xfrm>
            <a:off x="0" y="10157400"/>
            <a:ext cx="3280680" cy="534240"/>
          </a:xfrm>
          <a:prstGeom prst="rect">
            <a:avLst/>
          </a:prstGeom>
          <a:noFill/>
          <a:ln w="0">
            <a:noFill/>
          </a:ln>
        </p:spPr>
        <p:txBody>
          <a:bodyPr lIns="0" rIns="0" tIns="0" bIns="0" anchor="b">
            <a:noAutofit/>
          </a:bodyPr>
          <a:lstStyle>
            <a:lvl1pPr>
              <a:defRPr b="0" lang="en-IN" sz="1400" spc="-1" strike="noStrike">
                <a:latin typeface="Times New Roman"/>
              </a:defRPr>
            </a:lvl1pPr>
          </a:lstStyle>
          <a:p>
            <a:r>
              <a:rPr b="0" lang="en-IN" sz="1400" spc="-1" strike="noStrike">
                <a:latin typeface="Times New Roman"/>
              </a:rPr>
              <a:t>&lt;footer&gt;</a:t>
            </a:r>
            <a:endParaRPr b="0" lang="en-IN" sz="1400" spc="-1" strike="noStrike">
              <a:latin typeface="Times New Roman"/>
            </a:endParaRPr>
          </a:p>
        </p:txBody>
      </p:sp>
      <p:sp>
        <p:nvSpPr>
          <p:cNvPr id="128" name="PlaceHolder 6"/>
          <p:cNvSpPr>
            <a:spLocks noGrp="1"/>
          </p:cNvSpPr>
          <p:nvPr>
            <p:ph type="sldNum" idx="12"/>
          </p:nvPr>
        </p:nvSpPr>
        <p:spPr>
          <a:xfrm>
            <a:off x="4278960" y="10157400"/>
            <a:ext cx="3280680" cy="534240"/>
          </a:xfrm>
          <a:prstGeom prst="rect">
            <a:avLst/>
          </a:prstGeom>
          <a:noFill/>
          <a:ln w="0">
            <a:noFill/>
          </a:ln>
        </p:spPr>
        <p:txBody>
          <a:bodyPr lIns="0" rIns="0" tIns="0" bIns="0" anchor="b">
            <a:noAutofit/>
          </a:bodyPr>
          <a:lstStyle>
            <a:lvl1pPr algn="r">
              <a:buNone/>
              <a:defRPr b="0" lang="en-IN" sz="1400" spc="-1" strike="noStrike">
                <a:latin typeface="Times New Roman"/>
              </a:defRPr>
            </a:lvl1pPr>
          </a:lstStyle>
          <a:p>
            <a:pPr algn="r">
              <a:buNone/>
            </a:pPr>
            <a:fld id="{0EBF1DAC-EEBF-4D9E-BA71-9B6ABAB38107}" type="slidenum">
              <a:rPr b="0" lang="en-IN" sz="1400" spc="-1" strike="noStrike">
                <a:latin typeface="Times New Roman"/>
              </a:rPr>
              <a:t>&lt;number&gt;</a:t>
            </a:fld>
            <a:endParaRPr b="0" lang="en-IN" sz="1400" spc="-1" strike="noStrike">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4" name="PlaceHolder 1"/>
          <p:cNvSpPr>
            <a:spLocks noGrp="1"/>
          </p:cNvSpPr>
          <p:nvPr>
            <p:ph type="sldImg"/>
          </p:nvPr>
        </p:nvSpPr>
        <p:spPr>
          <a:xfrm>
            <a:off x="685800" y="1143000"/>
            <a:ext cx="5485680" cy="3085560"/>
          </a:xfrm>
          <a:prstGeom prst="rect">
            <a:avLst/>
          </a:prstGeom>
          <a:ln w="0">
            <a:noFill/>
          </a:ln>
        </p:spPr>
      </p:sp>
      <p:sp>
        <p:nvSpPr>
          <p:cNvPr id="195" name="PlaceHolder 2"/>
          <p:cNvSpPr>
            <a:spLocks noGrp="1"/>
          </p:cNvSpPr>
          <p:nvPr>
            <p:ph type="body"/>
          </p:nvPr>
        </p:nvSpPr>
        <p:spPr>
          <a:xfrm>
            <a:off x="685800" y="4400640"/>
            <a:ext cx="5485680" cy="3599640"/>
          </a:xfrm>
          <a:prstGeom prst="rect">
            <a:avLst/>
          </a:prstGeom>
          <a:noFill/>
          <a:ln w="0">
            <a:noFill/>
          </a:ln>
        </p:spPr>
        <p:txBody>
          <a:bodyPr lIns="0" rIns="0" tIns="0" bIns="0" anchor="t">
            <a:noAutofit/>
          </a:bodyPr>
          <a:p>
            <a:endParaRPr b="0" lang="en-IN" sz="2000" spc="-1" strike="noStrike">
              <a:latin typeface="Arial"/>
            </a:endParaRPr>
          </a:p>
        </p:txBody>
      </p:sp>
      <p:sp>
        <p:nvSpPr>
          <p:cNvPr id="196" name="PlaceHolder 3"/>
          <p:cNvSpPr>
            <a:spLocks noGrp="1"/>
          </p:cNvSpPr>
          <p:nvPr>
            <p:ph type="sldNum" idx="13"/>
          </p:nvPr>
        </p:nvSpPr>
        <p:spPr>
          <a:xfrm>
            <a:off x="3884760" y="8685360"/>
            <a:ext cx="2971080" cy="457920"/>
          </a:xfrm>
          <a:prstGeom prst="rect">
            <a:avLst/>
          </a:prstGeom>
          <a:noFill/>
          <a:ln w="0">
            <a:noFill/>
          </a:ln>
        </p:spPr>
        <p:txBody>
          <a:bodyPr lIns="0" rIns="0" tIns="0" bIns="0" anchor="b">
            <a:noAutofit/>
          </a:bodyPr>
          <a:lstStyle>
            <a:lvl1pPr algn="r">
              <a:lnSpc>
                <a:spcPct val="100000"/>
              </a:lnSpc>
              <a:buNone/>
              <a:tabLst>
                <a:tab algn="l" pos="0"/>
              </a:tabLst>
              <a:defRPr b="0" lang="en-IN" sz="1200" spc="-1" strike="noStrike">
                <a:latin typeface="Times New Roman"/>
                <a:ea typeface="Times New Roman"/>
              </a:defRPr>
            </a:lvl1pPr>
          </a:lstStyle>
          <a:p>
            <a:pPr algn="r">
              <a:lnSpc>
                <a:spcPct val="100000"/>
              </a:lnSpc>
              <a:buNone/>
              <a:tabLst>
                <a:tab algn="l" pos="0"/>
              </a:tabLst>
            </a:pPr>
            <a:fld id="{59977CA7-9230-47C0-A3FC-08778DFC7B1D}" type="slidenum">
              <a:rPr b="0" lang="en-IN" sz="1200" spc="-1" strike="noStrike">
                <a:latin typeface="Times New Roman"/>
                <a:ea typeface="Times New Roman"/>
              </a:rPr>
              <a:t>&lt;number&gt;</a:t>
            </a:fld>
            <a:endParaRPr b="0" lang="en-IN" sz="1200" spc="-1" strike="noStrike">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5.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6.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7.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8.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19.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0.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1.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2.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3.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4.xml.rels><?xml version="1.0" encoding="UTF-8"?>
<Relationships xmlns="http://schemas.openxmlformats.org/package/2006/relationships"><Relationship Id="rId1" Type="http://schemas.openxmlformats.org/officeDocument/2006/relationships/slideMaster" Target="../slideMasters/slideMaster2.xml"/>
</Relationships>
</file>

<file path=ppt/slideLayouts/_rels/slideLayout2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6.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7.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8.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29.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0.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1.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2.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3.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4.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5.xml.rels><?xml version="1.0" encoding="UTF-8"?>
<Relationships xmlns="http://schemas.openxmlformats.org/package/2006/relationships"><Relationship Id="rId1" Type="http://schemas.openxmlformats.org/officeDocument/2006/relationships/slideMaster" Target="../slideMasters/slideMaster3.xml"/>
</Relationships>
</file>

<file path=ppt/slideLayouts/_rels/slideLayout36.xml.rels><?xml version="1.0" encoding="UTF-8"?>
<Relationships xmlns="http://schemas.openxmlformats.org/package/2006/relationships"><Relationship Id="rId1" Type="http://schemas.openxmlformats.org/officeDocument/2006/relationships/slideMaster" Target="../slideMasters/slideMaster3.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1"/>
          </p:nvPr>
        </p:nvSpPr>
        <p:spPr/>
        <p:txBody>
          <a:bodyPr/>
          <a:p>
            <a:r>
              <a:t>Footer</a:t>
            </a:r>
          </a:p>
        </p:txBody>
      </p:sp>
      <p:sp>
        <p:nvSpPr>
          <p:cNvPr id="3" name="PlaceHolder 2"/>
          <p:cNvSpPr>
            <a:spLocks noGrp="1"/>
          </p:cNvSpPr>
          <p:nvPr>
            <p:ph type="sldNum" idx="2"/>
          </p:nvPr>
        </p:nvSpPr>
        <p:spPr/>
        <p:txBody>
          <a:bodyPr/>
          <a:p>
            <a:fld id="{842CC9B8-2A6B-4889-997F-D012AB6F32B0}" type="slidenum">
              <a:t>&lt;#&gt;</a:t>
            </a:fld>
          </a:p>
        </p:txBody>
      </p:sp>
      <p:sp>
        <p:nvSpPr>
          <p:cNvPr id="4" name="PlaceHolder 3"/>
          <p:cNvSpPr>
            <a:spLocks noGrp="1"/>
          </p:cNvSpPr>
          <p:nvPr>
            <p:ph type="dt" idx="3"/>
          </p:nvPr>
        </p:nvSpPr>
        <p:spPr/>
        <p:txBody>
          <a:bodyPr/>
          <a:p>
            <a:r>
              <a:rPr lang="en-IN"/>
              <a:t/>
            </a: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1F71DBBA-D9C2-47B6-A40D-193E91A9B2FC}"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8"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 name="PlaceHolder 3"/>
          <p:cNvSpPr>
            <a:spLocks noGrp="1"/>
          </p:cNvSpPr>
          <p:nvPr>
            <p:ph type="ftr" idx="1"/>
          </p:nvPr>
        </p:nvSpPr>
        <p:spPr/>
        <p:txBody>
          <a:bodyPr/>
          <a:p>
            <a:r>
              <a:t>Footer</a:t>
            </a:r>
          </a:p>
        </p:txBody>
      </p:sp>
      <p:sp>
        <p:nvSpPr>
          <p:cNvPr id="5" name="PlaceHolder 4"/>
          <p:cNvSpPr>
            <a:spLocks noGrp="1"/>
          </p:cNvSpPr>
          <p:nvPr>
            <p:ph type="sldNum" idx="2"/>
          </p:nvPr>
        </p:nvSpPr>
        <p:spPr/>
        <p:txBody>
          <a:bodyPr/>
          <a:p>
            <a:fld id="{82DAAE3A-D9EC-4E4C-8151-4E6F0D473B89}" type="slidenum">
              <a:t>&lt;#&gt;</a:t>
            </a:fld>
          </a:p>
        </p:txBody>
      </p:sp>
      <p:sp>
        <p:nvSpPr>
          <p:cNvPr id="6" name="PlaceHolder 5"/>
          <p:cNvSpPr>
            <a:spLocks noGrp="1"/>
          </p:cNvSpPr>
          <p:nvPr>
            <p:ph type="dt" idx="3"/>
          </p:nvPr>
        </p:nvSpPr>
        <p:spPr/>
        <p:txBody>
          <a:bodyPr/>
          <a:p>
            <a:r>
              <a:rPr lang="en-IN"/>
              <a:t/>
            </a: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1"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B35F68D6-68C0-419B-9FEC-E7F73CA77D31}"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1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F27E59F4-8A3C-4345-A2A0-3EC1E7FF7310}"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13"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1"/>
          </p:nvPr>
        </p:nvSpPr>
        <p:spPr/>
        <p:txBody>
          <a:bodyPr/>
          <a:p>
            <a:r>
              <a:t>Footer</a:t>
            </a:r>
          </a:p>
        </p:txBody>
      </p:sp>
      <p:sp>
        <p:nvSpPr>
          <p:cNvPr id="4" name="PlaceHolder 3"/>
          <p:cNvSpPr>
            <a:spLocks noGrp="1"/>
          </p:cNvSpPr>
          <p:nvPr>
            <p:ph type="sldNum" idx="2"/>
          </p:nvPr>
        </p:nvSpPr>
        <p:spPr/>
        <p:txBody>
          <a:bodyPr/>
          <a:p>
            <a:fld id="{0A8DBAD9-48BA-47DF-B977-4D3BC8970BA8}" type="slidenum">
              <a:t>&lt;#&gt;</a:t>
            </a:fld>
          </a:p>
        </p:txBody>
      </p:sp>
      <p:sp>
        <p:nvSpPr>
          <p:cNvPr id="5" name="PlaceHolder 4"/>
          <p:cNvSpPr>
            <a:spLocks noGrp="1"/>
          </p:cNvSpPr>
          <p:nvPr>
            <p:ph type="dt" idx="3"/>
          </p:nvPr>
        </p:nvSpPr>
        <p:spPr/>
        <p:txBody>
          <a:bodyPr/>
          <a:p>
            <a:r>
              <a:rPr lang="en-IN"/>
              <a:t/>
            </a: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1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6"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7"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91EBD625-E73A-4F7A-B8B6-3EFE15D4CE53}"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9"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0"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1"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4F478C0B-080E-4086-B4D0-7DD34ACCB799}"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22"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23"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4"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5"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1"/>
          </p:nvPr>
        </p:nvSpPr>
        <p:spPr/>
        <p:txBody>
          <a:bodyPr/>
          <a:p>
            <a:r>
              <a:t>Footer</a:t>
            </a:r>
          </a:p>
        </p:txBody>
      </p:sp>
      <p:sp>
        <p:nvSpPr>
          <p:cNvPr id="7" name="PlaceHolder 6"/>
          <p:cNvSpPr>
            <a:spLocks noGrp="1"/>
          </p:cNvSpPr>
          <p:nvPr>
            <p:ph type="sldNum" idx="2"/>
          </p:nvPr>
        </p:nvSpPr>
        <p:spPr/>
        <p:txBody>
          <a:bodyPr/>
          <a:p>
            <a:fld id="{5BB3F4A1-C63F-4F34-AF5A-CFD0192B610B}" type="slidenum">
              <a:t>&lt;#&gt;</a:t>
            </a:fld>
          </a:p>
        </p:txBody>
      </p:sp>
      <p:sp>
        <p:nvSpPr>
          <p:cNvPr id="8" name="PlaceHolder 7"/>
          <p:cNvSpPr>
            <a:spLocks noGrp="1"/>
          </p:cNvSpPr>
          <p:nvPr>
            <p:ph type="dt" idx="3"/>
          </p:nvPr>
        </p:nvSpPr>
        <p:spPr/>
        <p:txBody>
          <a:bodyPr/>
          <a:p>
            <a:r>
              <a:rPr lang="en-IN"/>
              <a:t/>
            </a: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2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27"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28"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1"/>
          </p:nvPr>
        </p:nvSpPr>
        <p:spPr/>
        <p:txBody>
          <a:bodyPr/>
          <a:p>
            <a:r>
              <a:t>Footer</a:t>
            </a:r>
          </a:p>
        </p:txBody>
      </p:sp>
      <p:sp>
        <p:nvSpPr>
          <p:cNvPr id="6" name="PlaceHolder 5"/>
          <p:cNvSpPr>
            <a:spLocks noGrp="1"/>
          </p:cNvSpPr>
          <p:nvPr>
            <p:ph type="sldNum" idx="2"/>
          </p:nvPr>
        </p:nvSpPr>
        <p:spPr/>
        <p:txBody>
          <a:bodyPr/>
          <a:p>
            <a:fld id="{08BC25C1-B6C3-41E4-BF70-D2FACB3269EA}" type="slidenum">
              <a:t>&lt;#&gt;</a:t>
            </a:fld>
          </a:p>
        </p:txBody>
      </p:sp>
      <p:sp>
        <p:nvSpPr>
          <p:cNvPr id="7" name="PlaceHolder 6"/>
          <p:cNvSpPr>
            <a:spLocks noGrp="1"/>
          </p:cNvSpPr>
          <p:nvPr>
            <p:ph type="dt" idx="3"/>
          </p:nvPr>
        </p:nvSpPr>
        <p:spPr/>
        <p:txBody>
          <a:bodyPr/>
          <a:p>
            <a:r>
              <a:rPr lang="en-IN"/>
              <a:t/>
            </a: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2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0"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2"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3"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 name="PlaceHolder 6"/>
          <p:cNvSpPr>
            <a:spLocks noGrp="1"/>
          </p:cNvSpPr>
          <p:nvPr>
            <p:ph type="ftr" idx="1"/>
          </p:nvPr>
        </p:nvSpPr>
        <p:spPr/>
        <p:txBody>
          <a:bodyPr/>
          <a:p>
            <a:r>
              <a:t>Footer</a:t>
            </a:r>
          </a:p>
        </p:txBody>
      </p:sp>
      <p:sp>
        <p:nvSpPr>
          <p:cNvPr id="8" name="PlaceHolder 7"/>
          <p:cNvSpPr>
            <a:spLocks noGrp="1"/>
          </p:cNvSpPr>
          <p:nvPr>
            <p:ph type="sldNum" idx="2"/>
          </p:nvPr>
        </p:nvSpPr>
        <p:spPr/>
        <p:txBody>
          <a:bodyPr/>
          <a:p>
            <a:fld id="{443D8C05-CF81-4DE9-997F-72358C9DC743}" type="slidenum">
              <a:t>&lt;#&gt;</a:t>
            </a:fld>
          </a:p>
        </p:txBody>
      </p:sp>
      <p:sp>
        <p:nvSpPr>
          <p:cNvPr id="9" name="PlaceHolder 8"/>
          <p:cNvSpPr>
            <a:spLocks noGrp="1"/>
          </p:cNvSpPr>
          <p:nvPr>
            <p:ph type="dt" idx="3"/>
          </p:nvPr>
        </p:nvSpPr>
        <p:spPr/>
        <p:txBody>
          <a:bodyPr/>
          <a:p>
            <a:r>
              <a:rPr lang="en-IN"/>
              <a:t/>
            </a:r>
          </a:p>
        </p:txBody>
      </p:sp>
    </p:spTree>
  </p:cSld>
</p:sldLayout>
</file>

<file path=ppt/slideLayouts/slideLayout1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3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5"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6"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7"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8"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39"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0"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 name="PlaceHolder 8"/>
          <p:cNvSpPr>
            <a:spLocks noGrp="1"/>
          </p:cNvSpPr>
          <p:nvPr>
            <p:ph type="ftr" idx="1"/>
          </p:nvPr>
        </p:nvSpPr>
        <p:spPr/>
        <p:txBody>
          <a:bodyPr/>
          <a:p>
            <a:r>
              <a:t>Footer</a:t>
            </a:r>
          </a:p>
        </p:txBody>
      </p:sp>
      <p:sp>
        <p:nvSpPr>
          <p:cNvPr id="10" name="PlaceHolder 9"/>
          <p:cNvSpPr>
            <a:spLocks noGrp="1"/>
          </p:cNvSpPr>
          <p:nvPr>
            <p:ph type="sldNum" idx="2"/>
          </p:nvPr>
        </p:nvSpPr>
        <p:spPr/>
        <p:txBody>
          <a:bodyPr/>
          <a:p>
            <a:fld id="{111762A1-5C90-4BF7-BE22-DB83355EC5D8}" type="slidenum">
              <a:t>&lt;#&gt;</a:t>
            </a:fld>
          </a:p>
        </p:txBody>
      </p:sp>
      <p:sp>
        <p:nvSpPr>
          <p:cNvPr id="11" name="PlaceHolder 10"/>
          <p:cNvSpPr>
            <a:spLocks noGrp="1"/>
          </p:cNvSpPr>
          <p:nvPr>
            <p:ph type="dt" idx="3"/>
          </p:nvPr>
        </p:nvSpPr>
        <p:spPr/>
        <p:txBody>
          <a:bodyPr/>
          <a:p>
            <a:r>
              <a:rPr lang="en-IN"/>
              <a:t/>
            </a:r>
          </a:p>
        </p:txBody>
      </p:sp>
    </p:spTree>
  </p:cSld>
</p:sldLayout>
</file>

<file path=ppt/slideLayouts/slideLayout1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4"/>
          </p:nvPr>
        </p:nvSpPr>
        <p:spPr/>
        <p:txBody>
          <a:bodyPr/>
          <a:p>
            <a:r>
              <a:t>Footer</a:t>
            </a:r>
          </a:p>
        </p:txBody>
      </p:sp>
      <p:sp>
        <p:nvSpPr>
          <p:cNvPr id="3" name="PlaceHolder 2"/>
          <p:cNvSpPr>
            <a:spLocks noGrp="1"/>
          </p:cNvSpPr>
          <p:nvPr>
            <p:ph type="sldNum" idx="5"/>
          </p:nvPr>
        </p:nvSpPr>
        <p:spPr/>
        <p:txBody>
          <a:bodyPr/>
          <a:p>
            <a:fld id="{8C647791-F0F0-4A8A-A848-9FEF0830AEDE}" type="slidenum">
              <a:t>&lt;#&gt;</a:t>
            </a:fld>
          </a:p>
        </p:txBody>
      </p:sp>
      <p:sp>
        <p:nvSpPr>
          <p:cNvPr id="4" name="PlaceHolder 3"/>
          <p:cNvSpPr>
            <a:spLocks noGrp="1"/>
          </p:cNvSpPr>
          <p:nvPr>
            <p:ph type="dt" idx="6"/>
          </p:nvPr>
        </p:nvSpPr>
        <p:spPr/>
        <p:txBody>
          <a:bodyPr/>
          <a:p>
            <a:r>
              <a:rPr lang="en-IN"/>
              <a:t/>
            </a:r>
          </a:p>
        </p:txBody>
      </p:sp>
    </p:spTree>
  </p:cSld>
</p:sldLayout>
</file>

<file path=ppt/slideLayouts/slideLayout1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4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47"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DFE2093A-9DCD-48E9-B757-76AAB2489D21}"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1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4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49"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 name="PlaceHolder 3"/>
          <p:cNvSpPr>
            <a:spLocks noGrp="1"/>
          </p:cNvSpPr>
          <p:nvPr>
            <p:ph type="ftr" idx="4"/>
          </p:nvPr>
        </p:nvSpPr>
        <p:spPr/>
        <p:txBody>
          <a:bodyPr/>
          <a:p>
            <a:r>
              <a:t>Footer</a:t>
            </a:r>
          </a:p>
        </p:txBody>
      </p:sp>
      <p:sp>
        <p:nvSpPr>
          <p:cNvPr id="5" name="PlaceHolder 4"/>
          <p:cNvSpPr>
            <a:spLocks noGrp="1"/>
          </p:cNvSpPr>
          <p:nvPr>
            <p:ph type="sldNum" idx="5"/>
          </p:nvPr>
        </p:nvSpPr>
        <p:spPr/>
        <p:txBody>
          <a:bodyPr/>
          <a:p>
            <a:fld id="{39F59CEB-3099-4B64-B923-73FA865D55A8}" type="slidenum">
              <a:t>&lt;#&gt;</a:t>
            </a:fld>
          </a:p>
        </p:txBody>
      </p:sp>
      <p:sp>
        <p:nvSpPr>
          <p:cNvPr id="6" name="PlaceHolder 5"/>
          <p:cNvSpPr>
            <a:spLocks noGrp="1"/>
          </p:cNvSpPr>
          <p:nvPr>
            <p:ph type="dt" idx="6"/>
          </p:nvPr>
        </p:nvSpPr>
        <p:spPr/>
        <p:txBody>
          <a:bodyPr/>
          <a:p>
            <a:r>
              <a:rPr lang="en-IN"/>
              <a:t/>
            </a:r>
          </a:p>
        </p:txBody>
      </p:sp>
    </p:spTree>
  </p:cSld>
</p:sldLayout>
</file>

<file path=ppt/slideLayouts/slideLayout1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5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5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2"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38CBF5CF-036E-45BE-A51A-740B1A9208B1}"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1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5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2B11021B-2772-4F48-A8FB-7E27956E065C}"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1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54"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4"/>
          </p:nvPr>
        </p:nvSpPr>
        <p:spPr/>
        <p:txBody>
          <a:bodyPr/>
          <a:p>
            <a:r>
              <a:t>Footer</a:t>
            </a:r>
          </a:p>
        </p:txBody>
      </p:sp>
      <p:sp>
        <p:nvSpPr>
          <p:cNvPr id="4" name="PlaceHolder 3"/>
          <p:cNvSpPr>
            <a:spLocks noGrp="1"/>
          </p:cNvSpPr>
          <p:nvPr>
            <p:ph type="sldNum" idx="5"/>
          </p:nvPr>
        </p:nvSpPr>
        <p:spPr/>
        <p:txBody>
          <a:bodyPr/>
          <a:p>
            <a:fld id="{F23A5C47-D1A2-4378-B5E4-E01AB4ABFBC1}" type="slidenum">
              <a:t>&lt;#&gt;</a:t>
            </a:fld>
          </a:p>
        </p:txBody>
      </p:sp>
      <p:sp>
        <p:nvSpPr>
          <p:cNvPr id="5" name="PlaceHolder 4"/>
          <p:cNvSpPr>
            <a:spLocks noGrp="1"/>
          </p:cNvSpPr>
          <p:nvPr>
            <p:ph type="dt" idx="6"/>
          </p:nvPr>
        </p:nvSpPr>
        <p:spPr/>
        <p:txBody>
          <a:bodyPr/>
          <a:p>
            <a:r>
              <a:rPr lang="en-IN"/>
              <a:t/>
            </a:r>
          </a:p>
        </p:txBody>
      </p:sp>
    </p:spTree>
  </p:cSld>
</p:sldLayout>
</file>

<file path=ppt/slideLayouts/slideLayout1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5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56"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7"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8"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2E4CAD27-F05B-4AE7-BC21-1F7FA43E1369}"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2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5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0"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1"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2"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BDAA2100-A28A-44AE-AFFB-9A518CC6CCDE}"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2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63"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4"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5"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6"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4"/>
          </p:nvPr>
        </p:nvSpPr>
        <p:spPr/>
        <p:txBody>
          <a:bodyPr/>
          <a:p>
            <a:r>
              <a:t>Footer</a:t>
            </a:r>
          </a:p>
        </p:txBody>
      </p:sp>
      <p:sp>
        <p:nvSpPr>
          <p:cNvPr id="7" name="PlaceHolder 6"/>
          <p:cNvSpPr>
            <a:spLocks noGrp="1"/>
          </p:cNvSpPr>
          <p:nvPr>
            <p:ph type="sldNum" idx="5"/>
          </p:nvPr>
        </p:nvSpPr>
        <p:spPr/>
        <p:txBody>
          <a:bodyPr/>
          <a:p>
            <a:fld id="{86D92347-A79D-45E4-9D23-B9491F92D395}" type="slidenum">
              <a:t>&lt;#&gt;</a:t>
            </a:fld>
          </a:p>
        </p:txBody>
      </p:sp>
      <p:sp>
        <p:nvSpPr>
          <p:cNvPr id="8" name="PlaceHolder 7"/>
          <p:cNvSpPr>
            <a:spLocks noGrp="1"/>
          </p:cNvSpPr>
          <p:nvPr>
            <p:ph type="dt" idx="6"/>
          </p:nvPr>
        </p:nvSpPr>
        <p:spPr/>
        <p:txBody>
          <a:bodyPr/>
          <a:p>
            <a:r>
              <a:rPr lang="en-IN"/>
              <a:t/>
            </a:r>
          </a:p>
        </p:txBody>
      </p:sp>
    </p:spTree>
  </p:cSld>
</p:sldLayout>
</file>

<file path=ppt/slideLayouts/slideLayout2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6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68"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9"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4"/>
          </p:nvPr>
        </p:nvSpPr>
        <p:spPr/>
        <p:txBody>
          <a:bodyPr/>
          <a:p>
            <a:r>
              <a:t>Footer</a:t>
            </a:r>
          </a:p>
        </p:txBody>
      </p:sp>
      <p:sp>
        <p:nvSpPr>
          <p:cNvPr id="6" name="PlaceHolder 5"/>
          <p:cNvSpPr>
            <a:spLocks noGrp="1"/>
          </p:cNvSpPr>
          <p:nvPr>
            <p:ph type="sldNum" idx="5"/>
          </p:nvPr>
        </p:nvSpPr>
        <p:spPr/>
        <p:txBody>
          <a:bodyPr/>
          <a:p>
            <a:fld id="{B3A532D8-2D66-4FE2-8059-F043510B33CC}" type="slidenum">
              <a:t>&lt;#&gt;</a:t>
            </a:fld>
          </a:p>
        </p:txBody>
      </p:sp>
      <p:sp>
        <p:nvSpPr>
          <p:cNvPr id="7" name="PlaceHolder 6"/>
          <p:cNvSpPr>
            <a:spLocks noGrp="1"/>
          </p:cNvSpPr>
          <p:nvPr>
            <p:ph type="dt" idx="6"/>
          </p:nvPr>
        </p:nvSpPr>
        <p:spPr/>
        <p:txBody>
          <a:bodyPr/>
          <a:p>
            <a:r>
              <a:rPr lang="en-IN"/>
              <a:t/>
            </a:r>
          </a:p>
        </p:txBody>
      </p:sp>
    </p:spTree>
  </p:cSld>
</p:sldLayout>
</file>

<file path=ppt/slideLayouts/slideLayout2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7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71"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3"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4"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 name="PlaceHolder 6"/>
          <p:cNvSpPr>
            <a:spLocks noGrp="1"/>
          </p:cNvSpPr>
          <p:nvPr>
            <p:ph type="ftr" idx="4"/>
          </p:nvPr>
        </p:nvSpPr>
        <p:spPr/>
        <p:txBody>
          <a:bodyPr/>
          <a:p>
            <a:r>
              <a:t>Footer</a:t>
            </a:r>
          </a:p>
        </p:txBody>
      </p:sp>
      <p:sp>
        <p:nvSpPr>
          <p:cNvPr id="8" name="PlaceHolder 7"/>
          <p:cNvSpPr>
            <a:spLocks noGrp="1"/>
          </p:cNvSpPr>
          <p:nvPr>
            <p:ph type="sldNum" idx="5"/>
          </p:nvPr>
        </p:nvSpPr>
        <p:spPr/>
        <p:txBody>
          <a:bodyPr/>
          <a:p>
            <a:fld id="{696FC108-E448-4A58-A59B-BE582404AA52}" type="slidenum">
              <a:t>&lt;#&gt;</a:t>
            </a:fld>
          </a:p>
        </p:txBody>
      </p:sp>
      <p:sp>
        <p:nvSpPr>
          <p:cNvPr id="9" name="PlaceHolder 8"/>
          <p:cNvSpPr>
            <a:spLocks noGrp="1"/>
          </p:cNvSpPr>
          <p:nvPr>
            <p:ph type="dt" idx="6"/>
          </p:nvPr>
        </p:nvSpPr>
        <p:spPr/>
        <p:txBody>
          <a:bodyPr/>
          <a:p>
            <a:r>
              <a:rPr lang="en-IN"/>
              <a:t/>
            </a:r>
          </a:p>
        </p:txBody>
      </p:sp>
    </p:spTree>
  </p:cSld>
</p:sldLayout>
</file>

<file path=ppt/slideLayouts/slideLayout2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75"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76"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7"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8"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9"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80"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81"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 name="PlaceHolder 8"/>
          <p:cNvSpPr>
            <a:spLocks noGrp="1"/>
          </p:cNvSpPr>
          <p:nvPr>
            <p:ph type="ftr" idx="4"/>
          </p:nvPr>
        </p:nvSpPr>
        <p:spPr/>
        <p:txBody>
          <a:bodyPr/>
          <a:p>
            <a:r>
              <a:t>Footer</a:t>
            </a:r>
          </a:p>
        </p:txBody>
      </p:sp>
      <p:sp>
        <p:nvSpPr>
          <p:cNvPr id="10" name="PlaceHolder 9"/>
          <p:cNvSpPr>
            <a:spLocks noGrp="1"/>
          </p:cNvSpPr>
          <p:nvPr>
            <p:ph type="sldNum" idx="5"/>
          </p:nvPr>
        </p:nvSpPr>
        <p:spPr/>
        <p:txBody>
          <a:bodyPr/>
          <a:p>
            <a:fld id="{E3A9FEDA-DFA9-4CD9-B7E3-071EFE0E7F54}" type="slidenum">
              <a:t>&lt;#&gt;</a:t>
            </a:fld>
          </a:p>
        </p:txBody>
      </p:sp>
      <p:sp>
        <p:nvSpPr>
          <p:cNvPr id="11" name="PlaceHolder 10"/>
          <p:cNvSpPr>
            <a:spLocks noGrp="1"/>
          </p:cNvSpPr>
          <p:nvPr>
            <p:ph type="dt" idx="6"/>
          </p:nvPr>
        </p:nvSpPr>
        <p:spPr/>
        <p:txBody>
          <a:bodyPr/>
          <a:p>
            <a:r>
              <a:rPr lang="en-IN"/>
              <a:t/>
            </a:r>
          </a:p>
        </p:txBody>
      </p:sp>
    </p:spTree>
  </p:cSld>
</p:sldLayout>
</file>

<file path=ppt/slideLayouts/slideLayout2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Slide">
    <p:spTree>
      <p:nvGrpSpPr>
        <p:cNvPr id="1" name=""/>
        <p:cNvGrpSpPr/>
        <p:nvPr/>
      </p:nvGrpSpPr>
      <p:grpSpPr>
        <a:xfrm>
          <a:off x="0" y="0"/>
          <a:ext cx="0" cy="0"/>
          <a:chOff x="0" y="0"/>
          <a:chExt cx="0" cy="0"/>
        </a:xfrm>
      </p:grpSpPr>
      <p:sp>
        <p:nvSpPr>
          <p:cNvPr id="2" name="PlaceHolder 1"/>
          <p:cNvSpPr>
            <a:spLocks noGrp="1"/>
          </p:cNvSpPr>
          <p:nvPr>
            <p:ph type="ftr" idx="7"/>
          </p:nvPr>
        </p:nvSpPr>
        <p:spPr/>
        <p:txBody>
          <a:bodyPr/>
          <a:p>
            <a:r>
              <a:t>Footer</a:t>
            </a:r>
          </a:p>
        </p:txBody>
      </p:sp>
      <p:sp>
        <p:nvSpPr>
          <p:cNvPr id="3" name="PlaceHolder 2"/>
          <p:cNvSpPr>
            <a:spLocks noGrp="1"/>
          </p:cNvSpPr>
          <p:nvPr>
            <p:ph type="sldNum" idx="8"/>
          </p:nvPr>
        </p:nvSpPr>
        <p:spPr/>
        <p:txBody>
          <a:bodyPr/>
          <a:p>
            <a:fld id="{DBCA7577-03F7-40BE-8B73-F8A825AA909C}" type="slidenum">
              <a:t>&lt;#&gt;</a:t>
            </a:fld>
          </a:p>
        </p:txBody>
      </p:sp>
      <p:sp>
        <p:nvSpPr>
          <p:cNvPr id="4" name="PlaceHolder 3"/>
          <p:cNvSpPr>
            <a:spLocks noGrp="1"/>
          </p:cNvSpPr>
          <p:nvPr>
            <p:ph type="dt" idx="9"/>
          </p:nvPr>
        </p:nvSpPr>
        <p:spPr/>
        <p:txBody>
          <a:bodyPr/>
          <a:p>
            <a:r>
              <a:rPr lang="en-IN"/>
              <a:t/>
            </a:r>
          </a:p>
        </p:txBody>
      </p:sp>
    </p:spTree>
  </p:cSld>
</p:sldLayout>
</file>

<file path=ppt/slideLayouts/slideLayout2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x" preserve="1">
  <p:cSld name="Title Slide">
    <p:spTree>
      <p:nvGrpSpPr>
        <p:cNvPr id="1" name=""/>
        <p:cNvGrpSpPr/>
        <p:nvPr/>
      </p:nvGrpSpPr>
      <p:grpSpPr>
        <a:xfrm>
          <a:off x="0" y="0"/>
          <a:ext cx="0" cy="0"/>
          <a:chOff x="0" y="0"/>
          <a:chExt cx="0" cy="0"/>
        </a:xfrm>
      </p:grpSpPr>
      <p:sp>
        <p:nvSpPr>
          <p:cNvPr id="87"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88" name="PlaceHolder 2"/>
          <p:cNvSpPr>
            <a:spLocks noGrp="1"/>
          </p:cNvSpPr>
          <p:nvPr>
            <p:ph type="subTitle"/>
          </p:nvPr>
        </p:nvSpPr>
        <p:spPr>
          <a:xfrm>
            <a:off x="609480" y="1604520"/>
            <a:ext cx="10972440" cy="397728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4F5F3D8F-2176-4D5D-A336-F24865D4D85E}" type="slidenum">
              <a:t>&lt;#&gt;</a:t>
            </a:fld>
          </a:p>
        </p:txBody>
      </p:sp>
      <p:sp>
        <p:nvSpPr>
          <p:cNvPr id="6" name="PlaceHolder 5"/>
          <p:cNvSpPr>
            <a:spLocks noGrp="1"/>
          </p:cNvSpPr>
          <p:nvPr>
            <p:ph type="dt" idx="9"/>
          </p:nvPr>
        </p:nvSpPr>
        <p:spPr/>
        <p:txBody>
          <a:bodyPr/>
          <a:p>
            <a:r>
              <a:rPr lang="en-IN"/>
              <a:t/>
            </a:r>
          </a:p>
        </p:txBody>
      </p:sp>
    </p:spTree>
  </p:cSld>
</p:sldLayout>
</file>

<file path=ppt/slideLayouts/slideLayout2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Content">
    <p:spTree>
      <p:nvGrpSpPr>
        <p:cNvPr id="1" name=""/>
        <p:cNvGrpSpPr/>
        <p:nvPr/>
      </p:nvGrpSpPr>
      <p:grpSpPr>
        <a:xfrm>
          <a:off x="0" y="0"/>
          <a:ext cx="0" cy="0"/>
          <a:chOff x="0" y="0"/>
          <a:chExt cx="0" cy="0"/>
        </a:xfrm>
      </p:grpSpPr>
      <p:sp>
        <p:nvSpPr>
          <p:cNvPr id="89"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90" name="PlaceHolder 2"/>
          <p:cNvSpPr>
            <a:spLocks noGrp="1"/>
          </p:cNvSpPr>
          <p:nvPr>
            <p:ph/>
          </p:nvPr>
        </p:nvSpPr>
        <p:spPr>
          <a:xfrm>
            <a:off x="609480" y="1604520"/>
            <a:ext cx="1097244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4" name="PlaceHolder 3"/>
          <p:cNvSpPr>
            <a:spLocks noGrp="1"/>
          </p:cNvSpPr>
          <p:nvPr>
            <p:ph type="ftr" idx="7"/>
          </p:nvPr>
        </p:nvSpPr>
        <p:spPr/>
        <p:txBody>
          <a:bodyPr/>
          <a:p>
            <a:r>
              <a:t>Footer</a:t>
            </a:r>
          </a:p>
        </p:txBody>
      </p:sp>
      <p:sp>
        <p:nvSpPr>
          <p:cNvPr id="5" name="PlaceHolder 4"/>
          <p:cNvSpPr>
            <a:spLocks noGrp="1"/>
          </p:cNvSpPr>
          <p:nvPr>
            <p:ph type="sldNum" idx="8"/>
          </p:nvPr>
        </p:nvSpPr>
        <p:spPr/>
        <p:txBody>
          <a:bodyPr/>
          <a:p>
            <a:fld id="{AF191B38-A913-43B3-8637-CA9B90F936B4}" type="slidenum">
              <a:t>&lt;#&gt;</a:t>
            </a:fld>
          </a:p>
        </p:txBody>
      </p:sp>
      <p:sp>
        <p:nvSpPr>
          <p:cNvPr id="6" name="PlaceHolder 5"/>
          <p:cNvSpPr>
            <a:spLocks noGrp="1"/>
          </p:cNvSpPr>
          <p:nvPr>
            <p:ph type="dt" idx="9"/>
          </p:nvPr>
        </p:nvSpPr>
        <p:spPr/>
        <p:txBody>
          <a:bodyPr/>
          <a:p>
            <a:r>
              <a:rPr lang="en-IN"/>
              <a:t/>
            </a:r>
          </a:p>
        </p:txBody>
      </p:sp>
    </p:spTree>
  </p:cSld>
</p:sldLayout>
</file>

<file path=ppt/slideLayouts/slideLayout2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itle, 2 Content">
    <p:spTree>
      <p:nvGrpSpPr>
        <p:cNvPr id="1" name=""/>
        <p:cNvGrpSpPr/>
        <p:nvPr/>
      </p:nvGrpSpPr>
      <p:grpSpPr>
        <a:xfrm>
          <a:off x="0" y="0"/>
          <a:ext cx="0" cy="0"/>
          <a:chOff x="0" y="0"/>
          <a:chExt cx="0" cy="0"/>
        </a:xfrm>
      </p:grpSpPr>
      <p:sp>
        <p:nvSpPr>
          <p:cNvPr id="9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92"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3"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0F4BEEB7-B828-40B9-8B26-DE82F0937EB4}" type="slidenum">
              <a:t>&lt;#&gt;</a:t>
            </a:fld>
          </a:p>
        </p:txBody>
      </p:sp>
      <p:sp>
        <p:nvSpPr>
          <p:cNvPr id="7" name="PlaceHolder 6"/>
          <p:cNvSpPr>
            <a:spLocks noGrp="1"/>
          </p:cNvSpPr>
          <p:nvPr>
            <p:ph type="dt" idx="9"/>
          </p:nvPr>
        </p:nvSpPr>
        <p:spPr/>
        <p:txBody>
          <a:bodyPr/>
          <a:p>
            <a:r>
              <a:rPr lang="en-IN"/>
              <a:t/>
            </a:r>
          </a:p>
        </p:txBody>
      </p:sp>
    </p:spTree>
  </p:cSld>
</p:sldLayout>
</file>

<file path=ppt/slideLayouts/slideLayout2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spTree>
      <p:nvGrpSpPr>
        <p:cNvPr id="1" name=""/>
        <p:cNvGrpSpPr/>
        <p:nvPr/>
      </p:nvGrpSpPr>
      <p:grpSpPr>
        <a:xfrm>
          <a:off x="0" y="0"/>
          <a:ext cx="0" cy="0"/>
          <a:chOff x="0" y="0"/>
          <a:chExt cx="0" cy="0"/>
        </a:xfrm>
      </p:grpSpPr>
      <p:sp>
        <p:nvSpPr>
          <p:cNvPr id="9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8AEFF898-DBF3-4116-B471-11F8059B14C8}" type="slidenum">
              <a:t>&lt;#&gt;</a:t>
            </a:fld>
          </a:p>
        </p:txBody>
      </p:sp>
      <p:sp>
        <p:nvSpPr>
          <p:cNvPr id="5" name="PlaceHolder 4"/>
          <p:cNvSpPr>
            <a:spLocks noGrp="1"/>
          </p:cNvSpPr>
          <p:nvPr>
            <p:ph type="dt" idx="9"/>
          </p:nvPr>
        </p:nvSpPr>
        <p:spPr/>
        <p:txBody>
          <a:bodyPr/>
          <a:p>
            <a:r>
              <a:rPr lang="en-IN"/>
              <a:t/>
            </a:r>
          </a:p>
        </p:txBody>
      </p:sp>
    </p:spTree>
  </p:cSld>
</p:sldLayout>
</file>

<file path=ppt/slideLayouts/slideLayout3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nly" preserve="1">
  <p:cSld name="Centered Text">
    <p:spTree>
      <p:nvGrpSpPr>
        <p:cNvPr id="1" name=""/>
        <p:cNvGrpSpPr/>
        <p:nvPr/>
      </p:nvGrpSpPr>
      <p:grpSpPr>
        <a:xfrm>
          <a:off x="0" y="0"/>
          <a:ext cx="0" cy="0"/>
          <a:chOff x="0" y="0"/>
          <a:chExt cx="0" cy="0"/>
        </a:xfrm>
      </p:grpSpPr>
      <p:sp>
        <p:nvSpPr>
          <p:cNvPr id="95" name="PlaceHolder 1"/>
          <p:cNvSpPr>
            <a:spLocks noGrp="1"/>
          </p:cNvSpPr>
          <p:nvPr>
            <p:ph type="subTitle"/>
          </p:nvPr>
        </p:nvSpPr>
        <p:spPr>
          <a:xfrm>
            <a:off x="609480" y="273600"/>
            <a:ext cx="10972440" cy="5307840"/>
          </a:xfrm>
          <a:prstGeom prst="rect">
            <a:avLst/>
          </a:prstGeom>
          <a:noFill/>
          <a:ln w="0">
            <a:noFill/>
          </a:ln>
        </p:spPr>
        <p:txBody>
          <a:bodyPr lIns="0" rIns="0" tIns="0" bIns="0" anchor="ctr">
            <a:noAutofit/>
          </a:bodyPr>
          <a:p>
            <a:pPr algn="ctr">
              <a:buNone/>
            </a:pPr>
            <a:endParaRPr b="0" lang="en-IN" sz="3200" spc="-1" strike="noStrike">
              <a:latin typeface="Arial"/>
            </a:endParaRPr>
          </a:p>
        </p:txBody>
      </p:sp>
      <p:sp>
        <p:nvSpPr>
          <p:cNvPr id="3" name="PlaceHolder 2"/>
          <p:cNvSpPr>
            <a:spLocks noGrp="1"/>
          </p:cNvSpPr>
          <p:nvPr>
            <p:ph type="ftr" idx="7"/>
          </p:nvPr>
        </p:nvSpPr>
        <p:spPr/>
        <p:txBody>
          <a:bodyPr/>
          <a:p>
            <a:r>
              <a:t>Footer</a:t>
            </a:r>
          </a:p>
        </p:txBody>
      </p:sp>
      <p:sp>
        <p:nvSpPr>
          <p:cNvPr id="4" name="PlaceHolder 3"/>
          <p:cNvSpPr>
            <a:spLocks noGrp="1"/>
          </p:cNvSpPr>
          <p:nvPr>
            <p:ph type="sldNum" idx="8"/>
          </p:nvPr>
        </p:nvSpPr>
        <p:spPr/>
        <p:txBody>
          <a:bodyPr/>
          <a:p>
            <a:fld id="{7FCCBE30-BB82-4086-A4BE-9997A590199D}" type="slidenum">
              <a:t>&lt;#&gt;</a:t>
            </a:fld>
          </a:p>
        </p:txBody>
      </p:sp>
      <p:sp>
        <p:nvSpPr>
          <p:cNvPr id="5" name="PlaceHolder 4"/>
          <p:cNvSpPr>
            <a:spLocks noGrp="1"/>
          </p:cNvSpPr>
          <p:nvPr>
            <p:ph type="dt" idx="9"/>
          </p:nvPr>
        </p:nvSpPr>
        <p:spPr/>
        <p:txBody>
          <a:bodyPr/>
          <a:p>
            <a:r>
              <a:rPr lang="en-IN"/>
              <a:t/>
            </a:r>
          </a:p>
        </p:txBody>
      </p:sp>
    </p:spTree>
  </p:cSld>
</p:sldLayout>
</file>

<file path=ppt/slideLayouts/slideLayout3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AndObj" preserve="1">
  <p:cSld name="Title, 2 Content and Content">
    <p:spTree>
      <p:nvGrpSpPr>
        <p:cNvPr id="1" name=""/>
        <p:cNvGrpSpPr/>
        <p:nvPr/>
      </p:nvGrpSpPr>
      <p:grpSpPr>
        <a:xfrm>
          <a:off x="0" y="0"/>
          <a:ext cx="0" cy="0"/>
          <a:chOff x="0" y="0"/>
          <a:chExt cx="0" cy="0"/>
        </a:xfrm>
      </p:grpSpPr>
      <p:sp>
        <p:nvSpPr>
          <p:cNvPr id="9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97"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8" name="PlaceHolder 3"/>
          <p:cNvSpPr>
            <a:spLocks noGrp="1"/>
          </p:cNvSpPr>
          <p:nvPr>
            <p:ph/>
          </p:nvPr>
        </p:nvSpPr>
        <p:spPr>
          <a:xfrm>
            <a:off x="623196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9"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B4FC5A61-50F7-4E46-B75C-1D11ACBB2E65}" type="slidenum">
              <a:t>&lt;#&gt;</a:t>
            </a:fld>
          </a:p>
        </p:txBody>
      </p:sp>
      <p:sp>
        <p:nvSpPr>
          <p:cNvPr id="8" name="PlaceHolder 7"/>
          <p:cNvSpPr>
            <a:spLocks noGrp="1"/>
          </p:cNvSpPr>
          <p:nvPr>
            <p:ph type="dt" idx="9"/>
          </p:nvPr>
        </p:nvSpPr>
        <p:spPr/>
        <p:txBody>
          <a:bodyPr/>
          <a:p>
            <a:r>
              <a:rPr lang="en-IN"/>
              <a:t/>
            </a:r>
          </a:p>
        </p:txBody>
      </p:sp>
    </p:spTree>
  </p:cSld>
</p:sldLayout>
</file>

<file path=ppt/slideLayouts/slideLayout3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AndTwoObj" preserve="1">
  <p:cSld name="Title Content and 2 Content">
    <p:spTree>
      <p:nvGrpSpPr>
        <p:cNvPr id="1" name=""/>
        <p:cNvGrpSpPr/>
        <p:nvPr/>
      </p:nvGrpSpPr>
      <p:grpSpPr>
        <a:xfrm>
          <a:off x="0" y="0"/>
          <a:ext cx="0" cy="0"/>
          <a:chOff x="0" y="0"/>
          <a:chExt cx="0" cy="0"/>
        </a:xfrm>
      </p:grpSpPr>
      <p:sp>
        <p:nvSpPr>
          <p:cNvPr id="100"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01" name="PlaceHolder 2"/>
          <p:cNvSpPr>
            <a:spLocks noGrp="1"/>
          </p:cNvSpPr>
          <p:nvPr>
            <p:ph/>
          </p:nvPr>
        </p:nvSpPr>
        <p:spPr>
          <a:xfrm>
            <a:off x="609480" y="1604520"/>
            <a:ext cx="5354280" cy="397728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02"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03" name="PlaceHolder 4"/>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08790150-3629-46CA-AEA1-0618EEC93613}" type="slidenum">
              <a:t>&lt;#&gt;</a:t>
            </a:fld>
          </a:p>
        </p:txBody>
      </p:sp>
      <p:sp>
        <p:nvSpPr>
          <p:cNvPr id="8" name="PlaceHolder 7"/>
          <p:cNvSpPr>
            <a:spLocks noGrp="1"/>
          </p:cNvSpPr>
          <p:nvPr>
            <p:ph type="dt" idx="9"/>
          </p:nvPr>
        </p:nvSpPr>
        <p:spPr/>
        <p:txBody>
          <a:bodyPr/>
          <a:p>
            <a:r>
              <a:rPr lang="en-IN"/>
              <a:t/>
            </a:r>
          </a:p>
        </p:txBody>
      </p:sp>
    </p:spTree>
  </p:cSld>
</p:sldLayout>
</file>

<file path=ppt/slideLayouts/slideLayout3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OverTx" preserve="1">
  <p:cSld name="Title, 2 Content over Content">
    <p:spTree>
      <p:nvGrpSpPr>
        <p:cNvPr id="1" name=""/>
        <p:cNvGrpSpPr/>
        <p:nvPr/>
      </p:nvGrpSpPr>
      <p:grpSpPr>
        <a:xfrm>
          <a:off x="0" y="0"/>
          <a:ext cx="0" cy="0"/>
          <a:chOff x="0" y="0"/>
          <a:chExt cx="0" cy="0"/>
        </a:xfrm>
      </p:grpSpPr>
      <p:sp>
        <p:nvSpPr>
          <p:cNvPr id="104"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05"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06"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07" name="PlaceHolder 4"/>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6" name="PlaceHolder 5"/>
          <p:cNvSpPr>
            <a:spLocks noGrp="1"/>
          </p:cNvSpPr>
          <p:nvPr>
            <p:ph type="ftr" idx="7"/>
          </p:nvPr>
        </p:nvSpPr>
        <p:spPr/>
        <p:txBody>
          <a:bodyPr/>
          <a:p>
            <a:r>
              <a:t>Footer</a:t>
            </a:r>
          </a:p>
        </p:txBody>
      </p:sp>
      <p:sp>
        <p:nvSpPr>
          <p:cNvPr id="7" name="PlaceHolder 6"/>
          <p:cNvSpPr>
            <a:spLocks noGrp="1"/>
          </p:cNvSpPr>
          <p:nvPr>
            <p:ph type="sldNum" idx="8"/>
          </p:nvPr>
        </p:nvSpPr>
        <p:spPr/>
        <p:txBody>
          <a:bodyPr/>
          <a:p>
            <a:fld id="{4921B5E4-4DD3-4E29-A2E1-0A9DD2A32792}" type="slidenum">
              <a:t>&lt;#&gt;</a:t>
            </a:fld>
          </a:p>
        </p:txBody>
      </p:sp>
      <p:sp>
        <p:nvSpPr>
          <p:cNvPr id="8" name="PlaceHolder 7"/>
          <p:cNvSpPr>
            <a:spLocks noGrp="1"/>
          </p:cNvSpPr>
          <p:nvPr>
            <p:ph type="dt" idx="9"/>
          </p:nvPr>
        </p:nvSpPr>
        <p:spPr/>
        <p:txBody>
          <a:bodyPr/>
          <a:p>
            <a:r>
              <a:rPr lang="en-IN"/>
              <a:t/>
            </a:r>
          </a:p>
        </p:txBody>
      </p:sp>
    </p:spTree>
  </p:cSld>
</p:sldLayout>
</file>

<file path=ppt/slideLayouts/slideLayout3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OverTx" preserve="1">
  <p:cSld name="Title, Content over Content">
    <p:spTree>
      <p:nvGrpSpPr>
        <p:cNvPr id="1" name=""/>
        <p:cNvGrpSpPr/>
        <p:nvPr/>
      </p:nvGrpSpPr>
      <p:grpSpPr>
        <a:xfrm>
          <a:off x="0" y="0"/>
          <a:ext cx="0" cy="0"/>
          <a:chOff x="0" y="0"/>
          <a:chExt cx="0" cy="0"/>
        </a:xfrm>
      </p:grpSpPr>
      <p:sp>
        <p:nvSpPr>
          <p:cNvPr id="108"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09" name="PlaceHolder 2"/>
          <p:cNvSpPr>
            <a:spLocks noGrp="1"/>
          </p:cNvSpPr>
          <p:nvPr>
            <p:ph/>
          </p:nvPr>
        </p:nvSpPr>
        <p:spPr>
          <a:xfrm>
            <a:off x="609480" y="1604520"/>
            <a:ext cx="109724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10" name="PlaceHolder 3"/>
          <p:cNvSpPr>
            <a:spLocks noGrp="1"/>
          </p:cNvSpPr>
          <p:nvPr>
            <p:ph/>
          </p:nvPr>
        </p:nvSpPr>
        <p:spPr>
          <a:xfrm>
            <a:off x="609480" y="3682080"/>
            <a:ext cx="109724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5" name="PlaceHolder 4"/>
          <p:cNvSpPr>
            <a:spLocks noGrp="1"/>
          </p:cNvSpPr>
          <p:nvPr>
            <p:ph type="ftr" idx="7"/>
          </p:nvPr>
        </p:nvSpPr>
        <p:spPr/>
        <p:txBody>
          <a:bodyPr/>
          <a:p>
            <a:r>
              <a:t>Footer</a:t>
            </a:r>
          </a:p>
        </p:txBody>
      </p:sp>
      <p:sp>
        <p:nvSpPr>
          <p:cNvPr id="6" name="PlaceHolder 5"/>
          <p:cNvSpPr>
            <a:spLocks noGrp="1"/>
          </p:cNvSpPr>
          <p:nvPr>
            <p:ph type="sldNum" idx="8"/>
          </p:nvPr>
        </p:nvSpPr>
        <p:spPr/>
        <p:txBody>
          <a:bodyPr/>
          <a:p>
            <a:fld id="{EA2C079F-8557-4938-84EE-A5CDA1936957}" type="slidenum">
              <a:t>&lt;#&gt;</a:t>
            </a:fld>
          </a:p>
        </p:txBody>
      </p:sp>
      <p:sp>
        <p:nvSpPr>
          <p:cNvPr id="7" name="PlaceHolder 6"/>
          <p:cNvSpPr>
            <a:spLocks noGrp="1"/>
          </p:cNvSpPr>
          <p:nvPr>
            <p:ph type="dt" idx="9"/>
          </p:nvPr>
        </p:nvSpPr>
        <p:spPr/>
        <p:txBody>
          <a:bodyPr/>
          <a:p>
            <a:r>
              <a:rPr lang="en-IN"/>
              <a:t/>
            </a:r>
          </a:p>
        </p:txBody>
      </p:sp>
    </p:spTree>
  </p:cSld>
</p:sldLayout>
</file>

<file path=ppt/slideLayouts/slideLayout3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fourObj" preserve="1">
  <p:cSld name="Title, 4 Content">
    <p:spTree>
      <p:nvGrpSpPr>
        <p:cNvPr id="1" name=""/>
        <p:cNvGrpSpPr/>
        <p:nvPr/>
      </p:nvGrpSpPr>
      <p:grpSpPr>
        <a:xfrm>
          <a:off x="0" y="0"/>
          <a:ext cx="0" cy="0"/>
          <a:chOff x="0" y="0"/>
          <a:chExt cx="0" cy="0"/>
        </a:xfrm>
      </p:grpSpPr>
      <p:sp>
        <p:nvSpPr>
          <p:cNvPr id="111"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12" name="PlaceHolder 2"/>
          <p:cNvSpPr>
            <a:spLocks noGrp="1"/>
          </p:cNvSpPr>
          <p:nvPr>
            <p:ph/>
          </p:nvPr>
        </p:nvSpPr>
        <p:spPr>
          <a:xfrm>
            <a:off x="60948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13" name="PlaceHolder 3"/>
          <p:cNvSpPr>
            <a:spLocks noGrp="1"/>
          </p:cNvSpPr>
          <p:nvPr>
            <p:ph/>
          </p:nvPr>
        </p:nvSpPr>
        <p:spPr>
          <a:xfrm>
            <a:off x="6231960" y="160452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14" name="PlaceHolder 4"/>
          <p:cNvSpPr>
            <a:spLocks noGrp="1"/>
          </p:cNvSpPr>
          <p:nvPr>
            <p:ph/>
          </p:nvPr>
        </p:nvSpPr>
        <p:spPr>
          <a:xfrm>
            <a:off x="60948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15" name="PlaceHolder 5"/>
          <p:cNvSpPr>
            <a:spLocks noGrp="1"/>
          </p:cNvSpPr>
          <p:nvPr>
            <p:ph/>
          </p:nvPr>
        </p:nvSpPr>
        <p:spPr>
          <a:xfrm>
            <a:off x="6231960" y="3682080"/>
            <a:ext cx="535428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7" name="PlaceHolder 6"/>
          <p:cNvSpPr>
            <a:spLocks noGrp="1"/>
          </p:cNvSpPr>
          <p:nvPr>
            <p:ph type="ftr" idx="7"/>
          </p:nvPr>
        </p:nvSpPr>
        <p:spPr/>
        <p:txBody>
          <a:bodyPr/>
          <a:p>
            <a:r>
              <a:t>Footer</a:t>
            </a:r>
          </a:p>
        </p:txBody>
      </p:sp>
      <p:sp>
        <p:nvSpPr>
          <p:cNvPr id="8" name="PlaceHolder 7"/>
          <p:cNvSpPr>
            <a:spLocks noGrp="1"/>
          </p:cNvSpPr>
          <p:nvPr>
            <p:ph type="sldNum" idx="8"/>
          </p:nvPr>
        </p:nvSpPr>
        <p:spPr/>
        <p:txBody>
          <a:bodyPr/>
          <a:p>
            <a:fld id="{64644B90-5409-48F1-98CB-8ED1A853E273}" type="slidenum">
              <a:t>&lt;#&gt;</a:t>
            </a:fld>
          </a:p>
        </p:txBody>
      </p:sp>
      <p:sp>
        <p:nvSpPr>
          <p:cNvPr id="9" name="PlaceHolder 8"/>
          <p:cNvSpPr>
            <a:spLocks noGrp="1"/>
          </p:cNvSpPr>
          <p:nvPr>
            <p:ph type="dt" idx="9"/>
          </p:nvPr>
        </p:nvSpPr>
        <p:spPr/>
        <p:txBody>
          <a:bodyPr/>
          <a:p>
            <a:r>
              <a:rPr lang="en-IN"/>
              <a:t/>
            </a:r>
          </a:p>
        </p:txBody>
      </p:sp>
    </p:spTree>
  </p:cSld>
</p:sldLayout>
</file>

<file path=ppt/slideLayouts/slideLayout3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Title, 6 Content">
    <p:spTree>
      <p:nvGrpSpPr>
        <p:cNvPr id="1" name=""/>
        <p:cNvGrpSpPr/>
        <p:nvPr/>
      </p:nvGrpSpPr>
      <p:grpSpPr>
        <a:xfrm>
          <a:off x="0" y="0"/>
          <a:ext cx="0" cy="0"/>
          <a:chOff x="0" y="0"/>
          <a:chExt cx="0" cy="0"/>
        </a:xfrm>
      </p:grpSpPr>
      <p:sp>
        <p:nvSpPr>
          <p:cNvPr id="116" name="PlaceHolder 1"/>
          <p:cNvSpPr>
            <a:spLocks noGrp="1"/>
          </p:cNvSpPr>
          <p:nvPr>
            <p:ph type="title"/>
          </p:nvPr>
        </p:nvSpPr>
        <p:spPr>
          <a:xfrm>
            <a:off x="609480" y="273600"/>
            <a:ext cx="10972440" cy="1144800"/>
          </a:xfrm>
          <a:prstGeom prst="rect">
            <a:avLst/>
          </a:prstGeom>
          <a:noFill/>
          <a:ln w="0">
            <a:noFill/>
          </a:ln>
        </p:spPr>
        <p:txBody>
          <a:bodyPr lIns="0" rIns="0" tIns="0" bIns="0" anchor="ctr">
            <a:noAutofit/>
          </a:bodyPr>
          <a:p>
            <a:endParaRPr b="0" lang="en-IN" sz="1400" spc="-1" strike="noStrike">
              <a:solidFill>
                <a:srgbClr val="000000"/>
              </a:solidFill>
              <a:latin typeface="Arial"/>
            </a:endParaRPr>
          </a:p>
        </p:txBody>
      </p:sp>
      <p:sp>
        <p:nvSpPr>
          <p:cNvPr id="117" name="PlaceHolder 2"/>
          <p:cNvSpPr>
            <a:spLocks noGrp="1"/>
          </p:cNvSpPr>
          <p:nvPr>
            <p:ph/>
          </p:nvPr>
        </p:nvSpPr>
        <p:spPr>
          <a:xfrm>
            <a:off x="609480" y="160452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18" name="PlaceHolder 3"/>
          <p:cNvSpPr>
            <a:spLocks noGrp="1"/>
          </p:cNvSpPr>
          <p:nvPr>
            <p:ph/>
          </p:nvPr>
        </p:nvSpPr>
        <p:spPr>
          <a:xfrm>
            <a:off x="4319640" y="160452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19" name="PlaceHolder 4"/>
          <p:cNvSpPr>
            <a:spLocks noGrp="1"/>
          </p:cNvSpPr>
          <p:nvPr>
            <p:ph/>
          </p:nvPr>
        </p:nvSpPr>
        <p:spPr>
          <a:xfrm>
            <a:off x="8029800" y="160452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20" name="PlaceHolder 5"/>
          <p:cNvSpPr>
            <a:spLocks noGrp="1"/>
          </p:cNvSpPr>
          <p:nvPr>
            <p:ph/>
          </p:nvPr>
        </p:nvSpPr>
        <p:spPr>
          <a:xfrm>
            <a:off x="609480" y="368208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21" name="PlaceHolder 6"/>
          <p:cNvSpPr>
            <a:spLocks noGrp="1"/>
          </p:cNvSpPr>
          <p:nvPr>
            <p:ph/>
          </p:nvPr>
        </p:nvSpPr>
        <p:spPr>
          <a:xfrm>
            <a:off x="4319640" y="368208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122" name="PlaceHolder 7"/>
          <p:cNvSpPr>
            <a:spLocks noGrp="1"/>
          </p:cNvSpPr>
          <p:nvPr>
            <p:ph/>
          </p:nvPr>
        </p:nvSpPr>
        <p:spPr>
          <a:xfrm>
            <a:off x="8029800" y="3682080"/>
            <a:ext cx="3533040" cy="1896840"/>
          </a:xfrm>
          <a:prstGeom prst="rect">
            <a:avLst/>
          </a:prstGeom>
          <a:noFill/>
          <a:ln w="0">
            <a:noFill/>
          </a:ln>
        </p:spPr>
        <p:txBody>
          <a:bodyPr lIns="0" rIns="0" tIns="0" bIns="0" anchor="t">
            <a:normAutofit/>
          </a:bodyPr>
          <a:p>
            <a:endParaRPr b="0" lang="en-IN" sz="1400" spc="-1" strike="noStrike">
              <a:solidFill>
                <a:srgbClr val="000000"/>
              </a:solidFill>
              <a:latin typeface="Arial"/>
            </a:endParaRPr>
          </a:p>
        </p:txBody>
      </p:sp>
      <p:sp>
        <p:nvSpPr>
          <p:cNvPr id="9" name="PlaceHolder 8"/>
          <p:cNvSpPr>
            <a:spLocks noGrp="1"/>
          </p:cNvSpPr>
          <p:nvPr>
            <p:ph type="ftr" idx="7"/>
          </p:nvPr>
        </p:nvSpPr>
        <p:spPr/>
        <p:txBody>
          <a:bodyPr/>
          <a:p>
            <a:r>
              <a:t>Footer</a:t>
            </a:r>
          </a:p>
        </p:txBody>
      </p:sp>
      <p:sp>
        <p:nvSpPr>
          <p:cNvPr id="10" name="PlaceHolder 9"/>
          <p:cNvSpPr>
            <a:spLocks noGrp="1"/>
          </p:cNvSpPr>
          <p:nvPr>
            <p:ph type="sldNum" idx="8"/>
          </p:nvPr>
        </p:nvSpPr>
        <p:spPr/>
        <p:txBody>
          <a:bodyPr/>
          <a:p>
            <a:fld id="{93E7758B-5F98-4D3F-B1ED-E480BE9CB571}" type="slidenum">
              <a:t>&lt;#&gt;</a:t>
            </a:fld>
          </a:p>
        </p:txBody>
      </p:sp>
      <p:sp>
        <p:nvSpPr>
          <p:cNvPr id="11" name="PlaceHolder 10"/>
          <p:cNvSpPr>
            <a:spLocks noGrp="1"/>
          </p:cNvSpPr>
          <p:nvPr>
            <p:ph type="dt" idx="9"/>
          </p:nvPr>
        </p:nvSpPr>
        <p:spPr/>
        <p:txBody>
          <a:bodyPr/>
          <a:p>
            <a:r>
              <a:rPr lang="en-IN"/>
              <a:t/>
            </a: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Relationship Id="rId13" Type="http://schemas.openxmlformats.org/officeDocument/2006/relationships/slideLayout" Target="../slideLayouts/slideLayout12.xml"/>
</Relationships>
</file>

<file path=ppt/slideMasters/_rels/slideMaster2.xml.rels><?xml version="1.0" encoding="UTF-8"?>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 Id="rId9" Type="http://schemas.openxmlformats.org/officeDocument/2006/relationships/slideLayout" Target="../slideLayouts/slideLayout20.xml"/><Relationship Id="rId10" Type="http://schemas.openxmlformats.org/officeDocument/2006/relationships/slideLayout" Target="../slideLayouts/slideLayout21.xml"/><Relationship Id="rId11" Type="http://schemas.openxmlformats.org/officeDocument/2006/relationships/slideLayout" Target="../slideLayouts/slideLayout22.xml"/><Relationship Id="rId12" Type="http://schemas.openxmlformats.org/officeDocument/2006/relationships/slideLayout" Target="../slideLayouts/slideLayout23.xml"/><Relationship Id="rId13" Type="http://schemas.openxmlformats.org/officeDocument/2006/relationships/slideLayout" Target="../slideLayouts/slideLayout24.xml"/>
</Relationships>
</file>

<file path=ppt/slideMasters/_rels/slideMaster3.xml.rels><?xml version="1.0" encoding="UTF-8"?>
<Relationships xmlns="http://schemas.openxmlformats.org/package/2006/relationships"><Relationship Id="rId1" Type="http://schemas.openxmlformats.org/officeDocument/2006/relationships/theme" Target="../theme/theme3.xml"/><Relationship Id="rId2" Type="http://schemas.openxmlformats.org/officeDocument/2006/relationships/slideLayout" Target="../slideLayouts/slideLayout25.xml"/><Relationship Id="rId3" Type="http://schemas.openxmlformats.org/officeDocument/2006/relationships/slideLayout" Target="../slideLayouts/slideLayout26.xml"/><Relationship Id="rId4" Type="http://schemas.openxmlformats.org/officeDocument/2006/relationships/slideLayout" Target="../slideLayouts/slideLayout27.xml"/><Relationship Id="rId5" Type="http://schemas.openxmlformats.org/officeDocument/2006/relationships/slideLayout" Target="../slideLayouts/slideLayout28.xml"/><Relationship Id="rId6" Type="http://schemas.openxmlformats.org/officeDocument/2006/relationships/slideLayout" Target="../slideLayouts/slideLayout29.xml"/><Relationship Id="rId7" Type="http://schemas.openxmlformats.org/officeDocument/2006/relationships/slideLayout" Target="../slideLayouts/slideLayout30.xml"/><Relationship Id="rId8" Type="http://schemas.openxmlformats.org/officeDocument/2006/relationships/slideLayout" Target="../slideLayouts/slideLayout31.xml"/><Relationship Id="rId9" Type="http://schemas.openxmlformats.org/officeDocument/2006/relationships/slideLayout" Target="../slideLayouts/slideLayout32.xml"/><Relationship Id="rId10" Type="http://schemas.openxmlformats.org/officeDocument/2006/relationships/slideLayout" Target="../slideLayouts/slideLayout33.xml"/><Relationship Id="rId11" Type="http://schemas.openxmlformats.org/officeDocument/2006/relationships/slideLayout" Target="../slideLayouts/slideLayout34.xml"/><Relationship Id="rId12" Type="http://schemas.openxmlformats.org/officeDocument/2006/relationships/slideLayout" Target="../slideLayouts/slideLayout35.xml"/><Relationship Id="rId13" Type="http://schemas.openxmlformats.org/officeDocument/2006/relationships/slideLayout" Target="../slideLayouts/slideLayout36.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0" name="PlaceHolder 1"/>
          <p:cNvSpPr>
            <a:spLocks noGrp="1"/>
          </p:cNvSpPr>
          <p:nvPr>
            <p:ph type="title"/>
          </p:nvPr>
        </p:nvSpPr>
        <p:spPr>
          <a:xfrm>
            <a:off x="609480" y="274680"/>
            <a:ext cx="10972080" cy="1142280"/>
          </a:xfrm>
          <a:prstGeom prst="rect">
            <a:avLst/>
          </a:prstGeom>
          <a:noFill/>
          <a:ln w="0">
            <a:noFill/>
          </a:ln>
        </p:spPr>
        <p:txBody>
          <a:bodyPr lIns="0" rIns="0" tIns="0" bIns="0" anchor="ctr">
            <a:noAutofit/>
          </a:bodyPr>
          <a:p>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1" name="PlaceHolder 2"/>
          <p:cNvSpPr>
            <a:spLocks noGrp="1"/>
          </p:cNvSpPr>
          <p:nvPr>
            <p:ph type="ftr" idx="1"/>
          </p:nvPr>
        </p:nvSpPr>
        <p:spPr>
          <a:xfrm>
            <a:off x="4165560" y="6356520"/>
            <a:ext cx="3859920" cy="36432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2" name="PlaceHolder 3"/>
          <p:cNvSpPr>
            <a:spLocks noGrp="1"/>
          </p:cNvSpPr>
          <p:nvPr>
            <p:ph type="sldNum" idx="2"/>
          </p:nvPr>
        </p:nvSpPr>
        <p:spPr>
          <a:xfrm>
            <a:off x="8737560" y="6356520"/>
            <a:ext cx="2844000" cy="364320"/>
          </a:xfrm>
          <a:prstGeom prst="rect">
            <a:avLst/>
          </a:prstGeom>
          <a:noFill/>
          <a:ln w="0">
            <a:noFill/>
          </a:ln>
        </p:spPr>
        <p:txBody>
          <a:bodyPr anchor="ctr">
            <a:noAutofit/>
          </a:bodyPr>
          <a:lstStyle>
            <a:lvl1pPr algn="r">
              <a:lnSpc>
                <a:spcPct val="100000"/>
              </a:lnSpc>
              <a:buNone/>
              <a:tabLst>
                <a:tab algn="l" pos="0"/>
              </a:tabLst>
              <a:defRPr b="0" lang="en-IN" sz="1200" spc="-1" strike="noStrike">
                <a:solidFill>
                  <a:srgbClr val="8b8b8b"/>
                </a:solidFill>
                <a:latin typeface="Calibri"/>
                <a:ea typeface="Calibri"/>
              </a:defRPr>
            </a:lvl1pPr>
          </a:lstStyle>
          <a:p>
            <a:pPr algn="r">
              <a:lnSpc>
                <a:spcPct val="100000"/>
              </a:lnSpc>
              <a:buNone/>
              <a:tabLst>
                <a:tab algn="l" pos="0"/>
              </a:tabLst>
            </a:pPr>
            <a:fld id="{A8EACF43-1F72-4075-81C4-42107D8E9136}" type="slidenum">
              <a:rPr b="0" lang="en-IN" sz="1200" spc="-1" strike="noStrike">
                <a:solidFill>
                  <a:srgbClr val="8b8b8b"/>
                </a:solidFill>
                <a:latin typeface="Calibri"/>
                <a:ea typeface="Calibri"/>
              </a:rPr>
              <a:t>&lt;number&gt;</a:t>
            </a:fld>
            <a:endParaRPr b="0" lang="en-IN" sz="1200" spc="-1" strike="noStrike">
              <a:latin typeface="Times New Roman"/>
            </a:endParaRPr>
          </a:p>
        </p:txBody>
      </p:sp>
      <p:sp>
        <p:nvSpPr>
          <p:cNvPr id="3" name="PlaceHolder 4"/>
          <p:cNvSpPr>
            <a:spLocks noGrp="1"/>
          </p:cNvSpPr>
          <p:nvPr>
            <p:ph type="dt" idx="3"/>
          </p:nvPr>
        </p:nvSpPr>
        <p:spPr>
          <a:xfrm>
            <a:off x="609480" y="6356520"/>
            <a:ext cx="2844000" cy="364320"/>
          </a:xfrm>
          <a:prstGeom prst="rect">
            <a:avLst/>
          </a:prstGeom>
          <a:noFill/>
          <a:ln w="0">
            <a:noFill/>
          </a:ln>
        </p:spPr>
        <p:txBody>
          <a:bodyPr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4"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Click to edit the outline text format</a:t>
            </a:r>
            <a:endParaRPr b="0" lang="en-IN"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400" spc="-1" strike="noStrike">
                <a:solidFill>
                  <a:srgbClr val="000000"/>
                </a:solidFill>
                <a:latin typeface="Arial"/>
              </a:rPr>
              <a:t>Second Outline Level</a:t>
            </a:r>
            <a:endParaRPr b="0" lang="en-IN"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400" spc="-1" strike="noStrike">
                <a:solidFill>
                  <a:srgbClr val="000000"/>
                </a:solidFill>
                <a:latin typeface="Arial"/>
              </a:rPr>
              <a:t>Third Outline Level</a:t>
            </a:r>
            <a:endParaRPr b="0" lang="en-IN"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400" spc="-1" strike="noStrike">
                <a:solidFill>
                  <a:srgbClr val="000000"/>
                </a:solidFill>
                <a:latin typeface="Arial"/>
              </a:rPr>
              <a:t>Fourth Outline </a:t>
            </a:r>
            <a:r>
              <a:rPr b="0" lang="en-IN" sz="1400" spc="-1" strike="noStrike">
                <a:solidFill>
                  <a:srgbClr val="000000"/>
                </a:solidFill>
                <a:latin typeface="Arial"/>
              </a:rPr>
              <a:t>Level</a:t>
            </a:r>
            <a:endParaRPr b="0" lang="en-IN"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a:t>
            </a:r>
            <a:r>
              <a:rPr b="0" lang="en-IN" sz="2000" spc="-1" strike="noStrike">
                <a:solidFill>
                  <a:srgbClr val="000000"/>
                </a:solidFill>
                <a:latin typeface="Arial"/>
              </a:rPr>
              <a:t>Outline </a:t>
            </a:r>
            <a:r>
              <a:rPr b="0" lang="en-IN" sz="2000" spc="-1" strike="noStrike">
                <a:solidFill>
                  <a:srgbClr val="000000"/>
                </a:solidFill>
                <a:latin typeface="Arial"/>
              </a:rPr>
              <a:t>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a:t>
            </a:r>
            <a:r>
              <a:rPr b="0" lang="en-IN" sz="2000" spc="-1" strike="noStrike">
                <a:solidFill>
                  <a:srgbClr val="000000"/>
                </a:solidFill>
                <a:latin typeface="Arial"/>
              </a:rPr>
              <a:t>Outlin</a:t>
            </a:r>
            <a:r>
              <a:rPr b="0" lang="en-IN" sz="2000" spc="-1" strike="noStrike">
                <a:solidFill>
                  <a:srgbClr val="000000"/>
                </a:solidFill>
                <a:latin typeface="Arial"/>
              </a:rPr>
              <a:t>e </a:t>
            </a:r>
            <a:r>
              <a:rPr b="0" lang="en-IN" sz="2000" spc="-1" strike="noStrike">
                <a:solidFill>
                  <a:srgbClr val="000000"/>
                </a:solidFill>
                <a:latin typeface="Arial"/>
              </a:rPr>
              <a:t>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a:t>
            </a:r>
            <a:r>
              <a:rPr b="0" lang="en-IN" sz="2000" spc="-1" strike="noStrike">
                <a:solidFill>
                  <a:srgbClr val="000000"/>
                </a:solidFill>
                <a:latin typeface="Arial"/>
              </a:rPr>
              <a:t>ev</a:t>
            </a:r>
            <a:r>
              <a:rPr b="0" lang="en-IN" sz="2000" spc="-1" strike="noStrike">
                <a:solidFill>
                  <a:srgbClr val="000000"/>
                </a:solidFill>
                <a:latin typeface="Arial"/>
              </a:rPr>
              <a:t>e</a:t>
            </a:r>
            <a:r>
              <a:rPr b="0" lang="en-IN" sz="2000" spc="-1" strike="noStrike">
                <a:solidFill>
                  <a:srgbClr val="000000"/>
                </a:solidFill>
                <a:latin typeface="Arial"/>
              </a:rPr>
              <a:t>nt</a:t>
            </a:r>
            <a:r>
              <a:rPr b="0" lang="en-IN" sz="2000" spc="-1" strike="noStrike">
                <a:solidFill>
                  <a:srgbClr val="000000"/>
                </a:solidFill>
                <a:latin typeface="Arial"/>
              </a:rPr>
              <a:t>h </a:t>
            </a:r>
            <a:r>
              <a:rPr b="0" lang="en-IN" sz="2000" spc="-1" strike="noStrike">
                <a:solidFill>
                  <a:srgbClr val="000000"/>
                </a:solidFill>
                <a:latin typeface="Arial"/>
              </a:rPr>
              <a:t>O</a:t>
            </a:r>
            <a:r>
              <a:rPr b="0" lang="en-IN" sz="2000" spc="-1" strike="noStrike">
                <a:solidFill>
                  <a:srgbClr val="000000"/>
                </a:solidFill>
                <a:latin typeface="Arial"/>
              </a:rPr>
              <a:t>utl</a:t>
            </a:r>
            <a:r>
              <a:rPr b="0" lang="en-IN" sz="2000" spc="-1" strike="noStrike">
                <a:solidFill>
                  <a:srgbClr val="000000"/>
                </a:solidFill>
                <a:latin typeface="Arial"/>
              </a:rPr>
              <a:t>in</a:t>
            </a:r>
            <a:r>
              <a:rPr b="0" lang="en-IN" sz="2000" spc="-1" strike="noStrike">
                <a:solidFill>
                  <a:srgbClr val="000000"/>
                </a:solidFill>
                <a:latin typeface="Arial"/>
              </a:rPr>
              <a:t>e </a:t>
            </a:r>
            <a:r>
              <a:rPr b="0" lang="en-IN" sz="2000" spc="-1" strike="noStrike">
                <a:solidFill>
                  <a:srgbClr val="000000"/>
                </a:solidFill>
                <a:latin typeface="Arial"/>
              </a:rPr>
              <a:t>L</a:t>
            </a:r>
            <a:r>
              <a:rPr b="0" lang="en-IN" sz="2000" spc="-1" strike="noStrike">
                <a:solidFill>
                  <a:srgbClr val="000000"/>
                </a:solidFill>
                <a:latin typeface="Arial"/>
              </a:rPr>
              <a:t>ev</a:t>
            </a:r>
            <a:r>
              <a:rPr b="0" lang="en-IN" sz="2000" spc="-1" strike="noStrike">
                <a:solidFill>
                  <a:srgbClr val="000000"/>
                </a:solidFill>
                <a:latin typeface="Arial"/>
              </a:rPr>
              <a:t>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1" name="PlaceHolder 1"/>
          <p:cNvSpPr>
            <a:spLocks noGrp="1"/>
          </p:cNvSpPr>
          <p:nvPr>
            <p:ph type="title"/>
          </p:nvPr>
        </p:nvSpPr>
        <p:spPr>
          <a:xfrm>
            <a:off x="609480" y="274680"/>
            <a:ext cx="10972080" cy="1142280"/>
          </a:xfrm>
          <a:prstGeom prst="rect">
            <a:avLst/>
          </a:prstGeom>
          <a:noFill/>
          <a:ln w="0">
            <a:noFill/>
          </a:ln>
        </p:spPr>
        <p:txBody>
          <a:bodyPr lIns="0" rIns="0" tIns="0" bIns="0" anchor="ctr">
            <a:noAutofit/>
          </a:bodyPr>
          <a:p>
            <a:r>
              <a:rPr b="0" lang="en-IN" sz="1800" spc="-1" strike="noStrike">
                <a:solidFill>
                  <a:srgbClr val="000000"/>
                </a:solidFill>
                <a:latin typeface="Arial"/>
              </a:rPr>
              <a:t>Click to edit the title text format</a:t>
            </a:r>
            <a:endParaRPr b="0" lang="en-IN" sz="1800" spc="-1" strike="noStrike">
              <a:solidFill>
                <a:srgbClr val="000000"/>
              </a:solidFill>
              <a:latin typeface="Arial"/>
            </a:endParaRPr>
          </a:p>
        </p:txBody>
      </p:sp>
      <p:sp>
        <p:nvSpPr>
          <p:cNvPr id="42" name="PlaceHolder 2"/>
          <p:cNvSpPr>
            <a:spLocks noGrp="1"/>
          </p:cNvSpPr>
          <p:nvPr>
            <p:ph type="body"/>
          </p:nvPr>
        </p:nvSpPr>
        <p:spPr>
          <a:xfrm>
            <a:off x="609480" y="1600200"/>
            <a:ext cx="10972080" cy="452520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800" spc="-1" strike="noStrike">
                <a:solidFill>
                  <a:srgbClr val="000000"/>
                </a:solidFill>
                <a:latin typeface="Arial"/>
              </a:rPr>
              <a:t>Click to edit the outline text </a:t>
            </a:r>
            <a:r>
              <a:rPr b="0" lang="en-IN" sz="1800" spc="-1" strike="noStrike">
                <a:solidFill>
                  <a:srgbClr val="000000"/>
                </a:solidFill>
                <a:latin typeface="Arial"/>
              </a:rPr>
              <a:t>format</a:t>
            </a:r>
            <a:endParaRPr b="0" lang="en-IN" sz="18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800" spc="-1" strike="noStrike">
                <a:solidFill>
                  <a:srgbClr val="000000"/>
                </a:solidFill>
                <a:latin typeface="Arial"/>
              </a:rPr>
              <a:t>Second Outline Level</a:t>
            </a:r>
            <a:endParaRPr b="0" lang="en-IN" sz="18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800" spc="-1" strike="noStrike">
                <a:solidFill>
                  <a:srgbClr val="000000"/>
                </a:solidFill>
                <a:latin typeface="Arial"/>
              </a:rPr>
              <a:t>Third Outline Level</a:t>
            </a:r>
            <a:endParaRPr b="0" lang="en-IN" sz="18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800" spc="-1" strike="noStrike">
                <a:solidFill>
                  <a:srgbClr val="000000"/>
                </a:solidFill>
                <a:latin typeface="Arial"/>
              </a:rPr>
              <a:t>Fourth Outline </a:t>
            </a:r>
            <a:r>
              <a:rPr b="0" lang="en-IN" sz="1800" spc="-1" strike="noStrike">
                <a:solidFill>
                  <a:srgbClr val="000000"/>
                </a:solidFill>
                <a:latin typeface="Arial"/>
              </a:rPr>
              <a:t>Level</a:t>
            </a:r>
            <a:endParaRPr b="0" lang="en-IN" sz="18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1800" spc="-1" strike="noStrike">
                <a:solidFill>
                  <a:srgbClr val="000000"/>
                </a:solidFill>
                <a:latin typeface="Arial"/>
              </a:rPr>
              <a:t>Fifth </a:t>
            </a:r>
            <a:r>
              <a:rPr b="0" lang="en-IN" sz="1800" spc="-1" strike="noStrike">
                <a:solidFill>
                  <a:srgbClr val="000000"/>
                </a:solidFill>
                <a:latin typeface="Arial"/>
              </a:rPr>
              <a:t>Outline </a:t>
            </a:r>
            <a:r>
              <a:rPr b="0" lang="en-IN" sz="1800" spc="-1" strike="noStrike">
                <a:solidFill>
                  <a:srgbClr val="000000"/>
                </a:solidFill>
                <a:latin typeface="Arial"/>
              </a:rPr>
              <a:t>Level</a:t>
            </a:r>
            <a:endParaRPr b="0" lang="en-IN" sz="18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1800" spc="-1" strike="noStrike">
                <a:solidFill>
                  <a:srgbClr val="000000"/>
                </a:solidFill>
                <a:latin typeface="Arial"/>
              </a:rPr>
              <a:t>Sixth </a:t>
            </a:r>
            <a:r>
              <a:rPr b="0" lang="en-IN" sz="1800" spc="-1" strike="noStrike">
                <a:solidFill>
                  <a:srgbClr val="000000"/>
                </a:solidFill>
                <a:latin typeface="Arial"/>
              </a:rPr>
              <a:t>Outline </a:t>
            </a:r>
            <a:r>
              <a:rPr b="0" lang="en-IN" sz="1800" spc="-1" strike="noStrike">
                <a:solidFill>
                  <a:srgbClr val="000000"/>
                </a:solidFill>
                <a:latin typeface="Arial"/>
              </a:rPr>
              <a:t>Level</a:t>
            </a:r>
            <a:endParaRPr b="0" lang="en-IN" sz="18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1800" spc="-1" strike="noStrike">
                <a:solidFill>
                  <a:srgbClr val="000000"/>
                </a:solidFill>
                <a:latin typeface="Arial"/>
              </a:rPr>
              <a:t>Se</a:t>
            </a:r>
            <a:r>
              <a:rPr b="0" lang="en-IN" sz="1800" spc="-1" strike="noStrike">
                <a:solidFill>
                  <a:srgbClr val="000000"/>
                </a:solidFill>
                <a:latin typeface="Arial"/>
              </a:rPr>
              <a:t>ve</a:t>
            </a:r>
            <a:r>
              <a:rPr b="0" lang="en-IN" sz="1800" spc="-1" strike="noStrike">
                <a:solidFill>
                  <a:srgbClr val="000000"/>
                </a:solidFill>
                <a:latin typeface="Arial"/>
              </a:rPr>
              <a:t>nt</a:t>
            </a:r>
            <a:r>
              <a:rPr b="0" lang="en-IN" sz="1800" spc="-1" strike="noStrike">
                <a:solidFill>
                  <a:srgbClr val="000000"/>
                </a:solidFill>
                <a:latin typeface="Arial"/>
              </a:rPr>
              <a:t>h </a:t>
            </a:r>
            <a:r>
              <a:rPr b="0" lang="en-IN" sz="1800" spc="-1" strike="noStrike">
                <a:solidFill>
                  <a:srgbClr val="000000"/>
                </a:solidFill>
                <a:latin typeface="Arial"/>
              </a:rPr>
              <a:t>O</a:t>
            </a:r>
            <a:r>
              <a:rPr b="0" lang="en-IN" sz="1800" spc="-1" strike="noStrike">
                <a:solidFill>
                  <a:srgbClr val="000000"/>
                </a:solidFill>
                <a:latin typeface="Arial"/>
              </a:rPr>
              <a:t>utl</a:t>
            </a:r>
            <a:r>
              <a:rPr b="0" lang="en-IN" sz="1800" spc="-1" strike="noStrike">
                <a:solidFill>
                  <a:srgbClr val="000000"/>
                </a:solidFill>
                <a:latin typeface="Arial"/>
              </a:rPr>
              <a:t>in</a:t>
            </a:r>
            <a:r>
              <a:rPr b="0" lang="en-IN" sz="1800" spc="-1" strike="noStrike">
                <a:solidFill>
                  <a:srgbClr val="000000"/>
                </a:solidFill>
                <a:latin typeface="Arial"/>
              </a:rPr>
              <a:t>e </a:t>
            </a:r>
            <a:r>
              <a:rPr b="0" lang="en-IN" sz="1800" spc="-1" strike="noStrike">
                <a:solidFill>
                  <a:srgbClr val="000000"/>
                </a:solidFill>
                <a:latin typeface="Arial"/>
              </a:rPr>
              <a:t>Le</a:t>
            </a:r>
            <a:r>
              <a:rPr b="0" lang="en-IN" sz="1800" spc="-1" strike="noStrike">
                <a:solidFill>
                  <a:srgbClr val="000000"/>
                </a:solidFill>
                <a:latin typeface="Arial"/>
              </a:rPr>
              <a:t>ve</a:t>
            </a:r>
            <a:r>
              <a:rPr b="0" lang="en-IN" sz="1800" spc="-1" strike="noStrike">
                <a:solidFill>
                  <a:srgbClr val="000000"/>
                </a:solidFill>
                <a:latin typeface="Arial"/>
              </a:rPr>
              <a:t>l</a:t>
            </a:r>
            <a:endParaRPr b="0" lang="en-IN" sz="1800" spc="-1" strike="noStrike">
              <a:solidFill>
                <a:srgbClr val="000000"/>
              </a:solidFill>
              <a:latin typeface="Arial"/>
            </a:endParaRPr>
          </a:p>
        </p:txBody>
      </p:sp>
      <p:sp>
        <p:nvSpPr>
          <p:cNvPr id="43" name="PlaceHolder 3"/>
          <p:cNvSpPr>
            <a:spLocks noGrp="1"/>
          </p:cNvSpPr>
          <p:nvPr>
            <p:ph type="ftr" idx="4"/>
          </p:nvPr>
        </p:nvSpPr>
        <p:spPr>
          <a:xfrm>
            <a:off x="4165560" y="6356520"/>
            <a:ext cx="3859920" cy="36432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44" name="PlaceHolder 4"/>
          <p:cNvSpPr>
            <a:spLocks noGrp="1"/>
          </p:cNvSpPr>
          <p:nvPr>
            <p:ph type="sldNum" idx="5"/>
          </p:nvPr>
        </p:nvSpPr>
        <p:spPr>
          <a:xfrm>
            <a:off x="8737560" y="6356520"/>
            <a:ext cx="2844000" cy="364320"/>
          </a:xfrm>
          <a:prstGeom prst="rect">
            <a:avLst/>
          </a:prstGeom>
          <a:noFill/>
          <a:ln w="0">
            <a:noFill/>
          </a:ln>
        </p:spPr>
        <p:txBody>
          <a:bodyPr anchor="ctr">
            <a:noAutofit/>
          </a:bodyPr>
          <a:lstStyle>
            <a:lvl1pPr algn="r">
              <a:lnSpc>
                <a:spcPct val="100000"/>
              </a:lnSpc>
              <a:buNone/>
              <a:tabLst>
                <a:tab algn="l" pos="0"/>
              </a:tabLst>
              <a:defRPr b="0" lang="en-IN" sz="1200" spc="-1" strike="noStrike">
                <a:solidFill>
                  <a:srgbClr val="8b8b8b"/>
                </a:solidFill>
                <a:latin typeface="Calibri"/>
                <a:ea typeface="Calibri"/>
              </a:defRPr>
            </a:lvl1pPr>
          </a:lstStyle>
          <a:p>
            <a:pPr algn="r">
              <a:lnSpc>
                <a:spcPct val="100000"/>
              </a:lnSpc>
              <a:buNone/>
              <a:tabLst>
                <a:tab algn="l" pos="0"/>
              </a:tabLst>
            </a:pPr>
            <a:fld id="{C9DDF63E-2D18-4B57-8EF4-B0C75D106FDF}" type="slidenum">
              <a:rPr b="0" lang="en-IN" sz="1200" spc="-1" strike="noStrike">
                <a:solidFill>
                  <a:srgbClr val="8b8b8b"/>
                </a:solidFill>
                <a:latin typeface="Calibri"/>
                <a:ea typeface="Calibri"/>
              </a:rPr>
              <a:t>&lt;number&gt;</a:t>
            </a:fld>
            <a:endParaRPr b="0" lang="en-IN" sz="1200" spc="-1" strike="noStrike">
              <a:latin typeface="Times New Roman"/>
            </a:endParaRPr>
          </a:p>
        </p:txBody>
      </p:sp>
      <p:sp>
        <p:nvSpPr>
          <p:cNvPr id="45" name="PlaceHolder 5"/>
          <p:cNvSpPr>
            <a:spLocks noGrp="1"/>
          </p:cNvSpPr>
          <p:nvPr>
            <p:ph type="dt" idx="6"/>
          </p:nvPr>
        </p:nvSpPr>
        <p:spPr>
          <a:xfrm>
            <a:off x="609480" y="6356520"/>
            <a:ext cx="2844000" cy="364320"/>
          </a:xfrm>
          <a:prstGeom prst="rect">
            <a:avLst/>
          </a:prstGeom>
          <a:noFill/>
          <a:ln w="0">
            <a:noFill/>
          </a:ln>
        </p:spPr>
        <p:txBody>
          <a:bodyPr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Tree>
  </p:cSld>
  <p:clrMap bg1="lt1" bg2="lt2" tx1="dk1" tx2="dk2" accent1="accent1" accent2="accent2" accent3="accent3" accent4="accent4" accent5="accent5" accent6="accent6" hlink="hlink" folHlink="folHlink"/>
  <p:sldLayoutIdLst>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Lst>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82" name="PlaceHolder 1"/>
          <p:cNvSpPr>
            <a:spLocks noGrp="1"/>
          </p:cNvSpPr>
          <p:nvPr>
            <p:ph type="ftr" idx="7"/>
          </p:nvPr>
        </p:nvSpPr>
        <p:spPr>
          <a:xfrm>
            <a:off x="4165560" y="6356520"/>
            <a:ext cx="3859920" cy="364320"/>
          </a:xfrm>
          <a:prstGeom prst="rect">
            <a:avLst/>
          </a:prstGeom>
          <a:noFill/>
          <a:ln w="0">
            <a:noFill/>
          </a:ln>
        </p:spPr>
        <p:txBody>
          <a:bodyPr anchor="ctr">
            <a:noAutofit/>
          </a:bodyPr>
          <a:lstStyle>
            <a:lvl1pPr algn="ctr">
              <a:buNone/>
              <a:defRPr b="0" lang="en-IN" sz="1400" spc="-1" strike="noStrike">
                <a:latin typeface="Times New Roman"/>
              </a:defRPr>
            </a:lvl1pPr>
          </a:lstStyle>
          <a:p>
            <a:pPr algn="ctr">
              <a:buNone/>
            </a:pPr>
            <a:r>
              <a:rPr b="0" lang="en-IN" sz="1400" spc="-1" strike="noStrike">
                <a:latin typeface="Times New Roman"/>
              </a:rPr>
              <a:t>&lt;footer&gt;</a:t>
            </a:r>
            <a:endParaRPr b="0" lang="en-IN" sz="1400" spc="-1" strike="noStrike">
              <a:latin typeface="Times New Roman"/>
            </a:endParaRPr>
          </a:p>
        </p:txBody>
      </p:sp>
      <p:sp>
        <p:nvSpPr>
          <p:cNvPr id="83" name="PlaceHolder 2"/>
          <p:cNvSpPr>
            <a:spLocks noGrp="1"/>
          </p:cNvSpPr>
          <p:nvPr>
            <p:ph type="sldNum" idx="8"/>
          </p:nvPr>
        </p:nvSpPr>
        <p:spPr>
          <a:xfrm>
            <a:off x="8737560" y="6356520"/>
            <a:ext cx="2844000" cy="364320"/>
          </a:xfrm>
          <a:prstGeom prst="rect">
            <a:avLst/>
          </a:prstGeom>
          <a:noFill/>
          <a:ln w="0">
            <a:noFill/>
          </a:ln>
        </p:spPr>
        <p:txBody>
          <a:bodyPr anchor="ctr">
            <a:noAutofit/>
          </a:bodyPr>
          <a:lstStyle>
            <a:lvl1pPr algn="r">
              <a:lnSpc>
                <a:spcPct val="100000"/>
              </a:lnSpc>
              <a:buNone/>
              <a:tabLst>
                <a:tab algn="l" pos="0"/>
              </a:tabLst>
              <a:defRPr b="0" lang="en-IN" sz="1200" spc="-1" strike="noStrike">
                <a:solidFill>
                  <a:srgbClr val="8b8b8b"/>
                </a:solidFill>
                <a:latin typeface="Calibri"/>
                <a:ea typeface="Calibri"/>
              </a:defRPr>
            </a:lvl1pPr>
          </a:lstStyle>
          <a:p>
            <a:pPr algn="r">
              <a:lnSpc>
                <a:spcPct val="100000"/>
              </a:lnSpc>
              <a:buNone/>
              <a:tabLst>
                <a:tab algn="l" pos="0"/>
              </a:tabLst>
            </a:pPr>
            <a:fld id="{D80B5C61-505F-4BC9-AE9D-E87B5BE5AFD4}" type="slidenum">
              <a:rPr b="0" lang="en-IN" sz="1200" spc="-1" strike="noStrike">
                <a:solidFill>
                  <a:srgbClr val="8b8b8b"/>
                </a:solidFill>
                <a:latin typeface="Calibri"/>
                <a:ea typeface="Calibri"/>
              </a:rPr>
              <a:t>&lt;number&gt;</a:t>
            </a:fld>
            <a:endParaRPr b="0" lang="en-IN" sz="1200" spc="-1" strike="noStrike">
              <a:latin typeface="Times New Roman"/>
            </a:endParaRPr>
          </a:p>
        </p:txBody>
      </p:sp>
      <p:sp>
        <p:nvSpPr>
          <p:cNvPr id="84" name="PlaceHolder 3"/>
          <p:cNvSpPr>
            <a:spLocks noGrp="1"/>
          </p:cNvSpPr>
          <p:nvPr>
            <p:ph type="dt" idx="9"/>
          </p:nvPr>
        </p:nvSpPr>
        <p:spPr>
          <a:xfrm>
            <a:off x="609480" y="6356520"/>
            <a:ext cx="2844000" cy="364320"/>
          </a:xfrm>
          <a:prstGeom prst="rect">
            <a:avLst/>
          </a:prstGeom>
          <a:noFill/>
          <a:ln w="0">
            <a:noFill/>
          </a:ln>
        </p:spPr>
        <p:txBody>
          <a:bodyPr anchor="ctr">
            <a:noAutofit/>
          </a:bodyPr>
          <a:lstStyle>
            <a:lvl1pPr>
              <a:defRPr b="0" lang="en-IN" sz="1400" spc="-1" strike="noStrike">
                <a:latin typeface="Times New Roman"/>
              </a:defRPr>
            </a:lvl1pPr>
          </a:lstStyle>
          <a:p>
            <a:r>
              <a:rPr b="0" lang="en-IN" sz="1400" spc="-1" strike="noStrike">
                <a:latin typeface="Times New Roman"/>
              </a:rPr>
              <a:t>&lt;date/time&gt;</a:t>
            </a:r>
            <a:endParaRPr b="0" lang="en-IN" sz="1400" spc="-1" strike="noStrike">
              <a:latin typeface="Times New Roman"/>
            </a:endParaRPr>
          </a:p>
        </p:txBody>
      </p:sp>
      <p:sp>
        <p:nvSpPr>
          <p:cNvPr id="85" name="PlaceHolder 4"/>
          <p:cNvSpPr>
            <a:spLocks noGrp="1"/>
          </p:cNvSpPr>
          <p:nvPr>
            <p:ph type="title"/>
          </p:nvPr>
        </p:nvSpPr>
        <p:spPr>
          <a:xfrm>
            <a:off x="609480" y="273600"/>
            <a:ext cx="10972440" cy="1144800"/>
          </a:xfrm>
          <a:prstGeom prst="rect">
            <a:avLst/>
          </a:prstGeom>
          <a:noFill/>
          <a:ln w="0">
            <a:noFill/>
          </a:ln>
        </p:spPr>
        <p:txBody>
          <a:bodyPr lIns="0" rIns="0" tIns="0" bIns="0" anchor="ctr">
            <a:noAutofit/>
          </a:bodyPr>
          <a:p>
            <a:r>
              <a:rPr b="0" lang="en-IN" sz="1400" spc="-1" strike="noStrike">
                <a:solidFill>
                  <a:srgbClr val="000000"/>
                </a:solidFill>
                <a:latin typeface="Arial"/>
              </a:rPr>
              <a:t>Click to edit the title text format</a:t>
            </a:r>
            <a:endParaRPr b="0" lang="en-IN" sz="1400" spc="-1" strike="noStrike">
              <a:solidFill>
                <a:srgbClr val="000000"/>
              </a:solidFill>
              <a:latin typeface="Arial"/>
            </a:endParaRPr>
          </a:p>
        </p:txBody>
      </p:sp>
      <p:sp>
        <p:nvSpPr>
          <p:cNvPr id="86" name="PlaceHolder 5"/>
          <p:cNvSpPr>
            <a:spLocks noGrp="1"/>
          </p:cNvSpPr>
          <p:nvPr>
            <p:ph type="body"/>
          </p:nvPr>
        </p:nvSpPr>
        <p:spPr>
          <a:xfrm>
            <a:off x="609480" y="1604520"/>
            <a:ext cx="10972440" cy="397728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b="0" lang="en-IN" sz="1400" spc="-1" strike="noStrike">
                <a:solidFill>
                  <a:srgbClr val="000000"/>
                </a:solidFill>
                <a:latin typeface="Arial"/>
              </a:rPr>
              <a:t>Click to edit the outline text format</a:t>
            </a:r>
            <a:endParaRPr b="0" lang="en-IN" sz="1400" spc="-1" strike="noStrike">
              <a:solidFill>
                <a:srgbClr val="000000"/>
              </a:solidFill>
              <a:latin typeface="Arial"/>
            </a:endParaRPr>
          </a:p>
          <a:p>
            <a:pPr lvl="1" marL="864000" indent="-324000">
              <a:spcBef>
                <a:spcPts val="1134"/>
              </a:spcBef>
              <a:buClr>
                <a:srgbClr val="000000"/>
              </a:buClr>
              <a:buSzPct val="75000"/>
              <a:buFont typeface="Symbol" charset="2"/>
              <a:buChar char=""/>
            </a:pPr>
            <a:r>
              <a:rPr b="0" lang="en-IN" sz="1400" spc="-1" strike="noStrike">
                <a:solidFill>
                  <a:srgbClr val="000000"/>
                </a:solidFill>
                <a:latin typeface="Arial"/>
              </a:rPr>
              <a:t>Second Outline Level</a:t>
            </a:r>
            <a:endParaRPr b="0" lang="en-IN" sz="1400" spc="-1" strike="noStrike">
              <a:solidFill>
                <a:srgbClr val="000000"/>
              </a:solidFill>
              <a:latin typeface="Arial"/>
            </a:endParaRPr>
          </a:p>
          <a:p>
            <a:pPr lvl="2" marL="1296000" indent="-288000">
              <a:spcBef>
                <a:spcPts val="850"/>
              </a:spcBef>
              <a:buClr>
                <a:srgbClr val="000000"/>
              </a:buClr>
              <a:buSzPct val="45000"/>
              <a:buFont typeface="Wingdings" charset="2"/>
              <a:buChar char=""/>
            </a:pPr>
            <a:r>
              <a:rPr b="0" lang="en-IN" sz="1400" spc="-1" strike="noStrike">
                <a:solidFill>
                  <a:srgbClr val="000000"/>
                </a:solidFill>
                <a:latin typeface="Arial"/>
              </a:rPr>
              <a:t>Third Outline Level</a:t>
            </a:r>
            <a:endParaRPr b="0" lang="en-IN" sz="1400" spc="-1" strike="noStrike">
              <a:solidFill>
                <a:srgbClr val="000000"/>
              </a:solidFill>
              <a:latin typeface="Arial"/>
            </a:endParaRPr>
          </a:p>
          <a:p>
            <a:pPr lvl="3" marL="1728000" indent="-216000">
              <a:spcBef>
                <a:spcPts val="567"/>
              </a:spcBef>
              <a:buClr>
                <a:srgbClr val="000000"/>
              </a:buClr>
              <a:buSzPct val="75000"/>
              <a:buFont typeface="Symbol" charset="2"/>
              <a:buChar char=""/>
            </a:pPr>
            <a:r>
              <a:rPr b="0" lang="en-IN" sz="1400" spc="-1" strike="noStrike">
                <a:solidFill>
                  <a:srgbClr val="000000"/>
                </a:solidFill>
                <a:latin typeface="Arial"/>
              </a:rPr>
              <a:t>Fourth Outline </a:t>
            </a:r>
            <a:r>
              <a:rPr b="0" lang="en-IN" sz="1400" spc="-1" strike="noStrike">
                <a:solidFill>
                  <a:srgbClr val="000000"/>
                </a:solidFill>
                <a:latin typeface="Arial"/>
              </a:rPr>
              <a:t>Level</a:t>
            </a:r>
            <a:endParaRPr b="0" lang="en-IN" sz="1400" spc="-1" strike="noStrike">
              <a:solidFill>
                <a:srgbClr val="000000"/>
              </a:solidFill>
              <a:latin typeface="Arial"/>
            </a:endParaRPr>
          </a:p>
          <a:p>
            <a:pPr lvl="4" marL="2160000" indent="-216000">
              <a:spcBef>
                <a:spcPts val="283"/>
              </a:spcBef>
              <a:buClr>
                <a:srgbClr val="000000"/>
              </a:buClr>
              <a:buSzPct val="45000"/>
              <a:buFont typeface="Wingdings" charset="2"/>
              <a:buChar char=""/>
            </a:pPr>
            <a:r>
              <a:rPr b="0" lang="en-IN" sz="2000" spc="-1" strike="noStrike">
                <a:solidFill>
                  <a:srgbClr val="000000"/>
                </a:solidFill>
                <a:latin typeface="Arial"/>
              </a:rPr>
              <a:t>Fifth </a:t>
            </a:r>
            <a:r>
              <a:rPr b="0" lang="en-IN" sz="2000" spc="-1" strike="noStrike">
                <a:solidFill>
                  <a:srgbClr val="000000"/>
                </a:solidFill>
                <a:latin typeface="Arial"/>
              </a:rPr>
              <a:t>Outline </a:t>
            </a:r>
            <a:r>
              <a:rPr b="0" lang="en-IN" sz="2000" spc="-1" strike="noStrike">
                <a:solidFill>
                  <a:srgbClr val="000000"/>
                </a:solidFill>
                <a:latin typeface="Arial"/>
              </a:rPr>
              <a:t>Level</a:t>
            </a:r>
            <a:endParaRPr b="0" lang="en-IN" sz="2000" spc="-1" strike="noStrike">
              <a:solidFill>
                <a:srgbClr val="000000"/>
              </a:solidFill>
              <a:latin typeface="Arial"/>
            </a:endParaRPr>
          </a:p>
          <a:p>
            <a:pPr lvl="5" marL="2592000" indent="-216000">
              <a:spcBef>
                <a:spcPts val="283"/>
              </a:spcBef>
              <a:buClr>
                <a:srgbClr val="000000"/>
              </a:buClr>
              <a:buSzPct val="45000"/>
              <a:buFont typeface="Wingdings" charset="2"/>
              <a:buChar char=""/>
            </a:pPr>
            <a:r>
              <a:rPr b="0" lang="en-IN" sz="2000" spc="-1" strike="noStrike">
                <a:solidFill>
                  <a:srgbClr val="000000"/>
                </a:solidFill>
                <a:latin typeface="Arial"/>
              </a:rPr>
              <a:t>Sixth </a:t>
            </a:r>
            <a:r>
              <a:rPr b="0" lang="en-IN" sz="2000" spc="-1" strike="noStrike">
                <a:solidFill>
                  <a:srgbClr val="000000"/>
                </a:solidFill>
                <a:latin typeface="Arial"/>
              </a:rPr>
              <a:t>Outlin</a:t>
            </a:r>
            <a:r>
              <a:rPr b="0" lang="en-IN" sz="2000" spc="-1" strike="noStrike">
                <a:solidFill>
                  <a:srgbClr val="000000"/>
                </a:solidFill>
                <a:latin typeface="Arial"/>
              </a:rPr>
              <a:t>e </a:t>
            </a:r>
            <a:r>
              <a:rPr b="0" lang="en-IN" sz="2000" spc="-1" strike="noStrike">
                <a:solidFill>
                  <a:srgbClr val="000000"/>
                </a:solidFill>
                <a:latin typeface="Arial"/>
              </a:rPr>
              <a:t>Level</a:t>
            </a:r>
            <a:endParaRPr b="0" lang="en-IN" sz="2000" spc="-1" strike="noStrike">
              <a:solidFill>
                <a:srgbClr val="000000"/>
              </a:solidFill>
              <a:latin typeface="Arial"/>
            </a:endParaRPr>
          </a:p>
          <a:p>
            <a:pPr lvl="6" marL="3024000" indent="-216000">
              <a:spcBef>
                <a:spcPts val="283"/>
              </a:spcBef>
              <a:buClr>
                <a:srgbClr val="000000"/>
              </a:buClr>
              <a:buSzPct val="45000"/>
              <a:buFont typeface="Wingdings" charset="2"/>
              <a:buChar char=""/>
            </a:pPr>
            <a:r>
              <a:rPr b="0" lang="en-IN" sz="2000" spc="-1" strike="noStrike">
                <a:solidFill>
                  <a:srgbClr val="000000"/>
                </a:solidFill>
                <a:latin typeface="Arial"/>
              </a:rPr>
              <a:t>S</a:t>
            </a:r>
            <a:r>
              <a:rPr b="0" lang="en-IN" sz="2000" spc="-1" strike="noStrike">
                <a:solidFill>
                  <a:srgbClr val="000000"/>
                </a:solidFill>
                <a:latin typeface="Arial"/>
              </a:rPr>
              <a:t>ev</a:t>
            </a:r>
            <a:r>
              <a:rPr b="0" lang="en-IN" sz="2000" spc="-1" strike="noStrike">
                <a:solidFill>
                  <a:srgbClr val="000000"/>
                </a:solidFill>
                <a:latin typeface="Arial"/>
              </a:rPr>
              <a:t>e</a:t>
            </a:r>
            <a:r>
              <a:rPr b="0" lang="en-IN" sz="2000" spc="-1" strike="noStrike">
                <a:solidFill>
                  <a:srgbClr val="000000"/>
                </a:solidFill>
                <a:latin typeface="Arial"/>
              </a:rPr>
              <a:t>nt</a:t>
            </a:r>
            <a:r>
              <a:rPr b="0" lang="en-IN" sz="2000" spc="-1" strike="noStrike">
                <a:solidFill>
                  <a:srgbClr val="000000"/>
                </a:solidFill>
                <a:latin typeface="Arial"/>
              </a:rPr>
              <a:t>h </a:t>
            </a:r>
            <a:r>
              <a:rPr b="0" lang="en-IN" sz="2000" spc="-1" strike="noStrike">
                <a:solidFill>
                  <a:srgbClr val="000000"/>
                </a:solidFill>
                <a:latin typeface="Arial"/>
              </a:rPr>
              <a:t>O</a:t>
            </a:r>
            <a:r>
              <a:rPr b="0" lang="en-IN" sz="2000" spc="-1" strike="noStrike">
                <a:solidFill>
                  <a:srgbClr val="000000"/>
                </a:solidFill>
                <a:latin typeface="Arial"/>
              </a:rPr>
              <a:t>utl</a:t>
            </a:r>
            <a:r>
              <a:rPr b="0" lang="en-IN" sz="2000" spc="-1" strike="noStrike">
                <a:solidFill>
                  <a:srgbClr val="000000"/>
                </a:solidFill>
                <a:latin typeface="Arial"/>
              </a:rPr>
              <a:t>in</a:t>
            </a:r>
            <a:r>
              <a:rPr b="0" lang="en-IN" sz="2000" spc="-1" strike="noStrike">
                <a:solidFill>
                  <a:srgbClr val="000000"/>
                </a:solidFill>
                <a:latin typeface="Arial"/>
              </a:rPr>
              <a:t>e </a:t>
            </a:r>
            <a:r>
              <a:rPr b="0" lang="en-IN" sz="2000" spc="-1" strike="noStrike">
                <a:solidFill>
                  <a:srgbClr val="000000"/>
                </a:solidFill>
                <a:latin typeface="Arial"/>
              </a:rPr>
              <a:t>L</a:t>
            </a:r>
            <a:r>
              <a:rPr b="0" lang="en-IN" sz="2000" spc="-1" strike="noStrike">
                <a:solidFill>
                  <a:srgbClr val="000000"/>
                </a:solidFill>
                <a:latin typeface="Arial"/>
              </a:rPr>
              <a:t>ev</a:t>
            </a:r>
            <a:r>
              <a:rPr b="0" lang="en-IN" sz="2000" spc="-1" strike="noStrike">
                <a:solidFill>
                  <a:srgbClr val="000000"/>
                </a:solidFill>
                <a:latin typeface="Arial"/>
              </a:rPr>
              <a:t>el</a:t>
            </a:r>
            <a:endParaRPr b="0" lang="en-IN" sz="2000" spc="-1" strike="noStrike">
              <a:solidFill>
                <a:srgbClr val="000000"/>
              </a:solidFill>
              <a:latin typeface="Arial"/>
            </a:endParaRPr>
          </a:p>
        </p:txBody>
      </p:sp>
    </p:spTree>
  </p:cSld>
  <p:clrMap bg1="lt1" bg2="lt2" tx1="dk1" tx2="dk2" accent1="accent1" accent2="accent2" accent3="accent3" accent4="accent4" accent5="accent5" accent6="accent6" hlink="hlink" folHlink="folHlink"/>
  <p:sldLayoutIdLst>
    <p:sldLayoutId id="2147483675" r:id="rId2"/>
    <p:sldLayoutId id="2147483676" r:id="rId3"/>
    <p:sldLayoutId id="2147483677" r:id="rId4"/>
    <p:sldLayoutId id="2147483678" r:id="rId5"/>
    <p:sldLayoutId id="2147483679" r:id="rId6"/>
    <p:sldLayoutId id="2147483680" r:id="rId7"/>
    <p:sldLayoutId id="2147483681" r:id="rId8"/>
    <p:sldLayoutId id="2147483682" r:id="rId9"/>
    <p:sldLayoutId id="2147483683" r:id="rId10"/>
    <p:sldLayoutId id="2147483684" r:id="rId11"/>
    <p:sldLayoutId id="2147483685" r:id="rId12"/>
    <p:sldLayoutId id="2147483686" r:id="rId13"/>
  </p:sldLayoutIdLst>
</p:sldMaster>
</file>

<file path=ppt/slides/_rels/slide1.xml.rels><?xml version="1.0" encoding="UTF-8"?>
<Relationships xmlns="http://schemas.openxmlformats.org/package/2006/relationships"><Relationship Id="rId1" Type="http://schemas.openxmlformats.org/officeDocument/2006/relationships/image" Target="../media/image1.png"/><Relationship Id="rId2" Type="http://schemas.openxmlformats.org/officeDocument/2006/relationships/slideLayout" Target="../slideLayouts/slideLayout3.xml"/><Relationship Id="rId3"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1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25.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25.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pic>
        <p:nvPicPr>
          <p:cNvPr id="129" name="Google Shape;194;p27" descr=""/>
          <p:cNvPicPr/>
          <p:nvPr/>
        </p:nvPicPr>
        <p:blipFill>
          <a:blip r:embed="rId1"/>
          <a:stretch/>
        </p:blipFill>
        <p:spPr>
          <a:xfrm>
            <a:off x="42840" y="23760"/>
            <a:ext cx="867960" cy="1223280"/>
          </a:xfrm>
          <a:prstGeom prst="rect">
            <a:avLst/>
          </a:prstGeom>
          <a:ln w="0">
            <a:noFill/>
          </a:ln>
        </p:spPr>
      </p:pic>
      <p:sp>
        <p:nvSpPr>
          <p:cNvPr id="130" name="Google Shape;195;p27"/>
          <p:cNvSpPr/>
          <p:nvPr/>
        </p:nvSpPr>
        <p:spPr>
          <a:xfrm>
            <a:off x="754920" y="63360"/>
            <a:ext cx="11286360" cy="1184040"/>
          </a:xfrm>
          <a:prstGeom prst="rect">
            <a:avLst/>
          </a:prstGeom>
          <a:noFill/>
          <a:ln w="0">
            <a:noFill/>
          </a:ln>
        </p:spPr>
        <p:style>
          <a:lnRef idx="0"/>
          <a:fillRef idx="0"/>
          <a:effectRef idx="0"/>
          <a:fontRef idx="minor"/>
        </p:style>
        <p:txBody>
          <a:bodyPr anchor="ctr">
            <a:noAutofit/>
          </a:bodyPr>
          <a:p>
            <a:pPr algn="ctr">
              <a:lnSpc>
                <a:spcPct val="138000"/>
              </a:lnSpc>
              <a:buNone/>
              <a:tabLst>
                <a:tab algn="l" pos="0"/>
              </a:tabLst>
            </a:pPr>
            <a:r>
              <a:rPr b="0" lang="en-IN" sz="2750" spc="-1" strike="noStrike">
                <a:solidFill>
                  <a:srgbClr val="000000"/>
                </a:solidFill>
                <a:latin typeface="Arial"/>
                <a:ea typeface="Arial"/>
              </a:rPr>
              <a:t>Atal Bihari Vajpayee</a:t>
            </a:r>
            <a:r>
              <a:rPr b="1" lang="en-IN" sz="2490" spc="-1" strike="noStrike">
                <a:solidFill>
                  <a:srgbClr val="002060"/>
                </a:solidFill>
                <a:latin typeface="Arial"/>
                <a:ea typeface="Arial"/>
              </a:rPr>
              <a:t>-</a:t>
            </a:r>
            <a:endParaRPr b="0" lang="en-IN" sz="2490" spc="-1" strike="noStrike">
              <a:latin typeface="Arial"/>
            </a:endParaRPr>
          </a:p>
          <a:p>
            <a:pPr algn="ctr">
              <a:lnSpc>
                <a:spcPct val="152000"/>
              </a:lnSpc>
              <a:buNone/>
              <a:tabLst>
                <a:tab algn="l" pos="0"/>
              </a:tabLst>
            </a:pPr>
            <a:r>
              <a:rPr b="0" lang="en-IN" sz="2490" spc="-1" strike="noStrike">
                <a:solidFill>
                  <a:srgbClr val="002060"/>
                </a:solidFill>
                <a:latin typeface="Arial"/>
                <a:ea typeface="Arial"/>
              </a:rPr>
              <a:t>Indian Institute of Information Technology and Management Gwalior</a:t>
            </a:r>
            <a:endParaRPr b="0" lang="en-IN" sz="2490" spc="-1" strike="noStrike">
              <a:latin typeface="Arial"/>
            </a:endParaRPr>
          </a:p>
        </p:txBody>
      </p:sp>
      <p:sp>
        <p:nvSpPr>
          <p:cNvPr id="131" name="Google Shape;196;p27"/>
          <p:cNvSpPr/>
          <p:nvPr/>
        </p:nvSpPr>
        <p:spPr>
          <a:xfrm>
            <a:off x="77400" y="3982680"/>
            <a:ext cx="11583360" cy="904320"/>
          </a:xfrm>
          <a:prstGeom prst="rect">
            <a:avLst/>
          </a:prstGeom>
          <a:noFill/>
          <a:ln w="0">
            <a:noFill/>
          </a:ln>
        </p:spPr>
        <p:style>
          <a:lnRef idx="0"/>
          <a:fillRef idx="0"/>
          <a:effectRef idx="0"/>
          <a:fontRef idx="minor"/>
        </p:style>
        <p:txBody>
          <a:bodyPr anchor="ctr">
            <a:noAutofit/>
          </a:bodyPr>
          <a:p>
            <a:pPr algn="ctr">
              <a:lnSpc>
                <a:spcPct val="100000"/>
              </a:lnSpc>
              <a:buNone/>
              <a:tabLst>
                <a:tab algn="l" pos="0"/>
              </a:tabLst>
            </a:pPr>
            <a:r>
              <a:rPr b="1" lang="en-IN" sz="2430" spc="-1" strike="noStrike">
                <a:solidFill>
                  <a:srgbClr val="002060"/>
                </a:solidFill>
                <a:latin typeface="Arial"/>
                <a:ea typeface="Arial"/>
              </a:rPr>
              <a:t>Instructor – Dr. Sunil Kumar</a:t>
            </a:r>
            <a:endParaRPr b="0" lang="en-IN" sz="2430" spc="-1" strike="noStrike">
              <a:latin typeface="Arial"/>
            </a:endParaRPr>
          </a:p>
          <a:p>
            <a:pPr algn="ctr">
              <a:lnSpc>
                <a:spcPct val="100000"/>
              </a:lnSpc>
              <a:buNone/>
              <a:tabLst>
                <a:tab algn="l" pos="0"/>
              </a:tabLst>
            </a:pPr>
            <a:r>
              <a:rPr b="0" lang="en-IN" sz="2430" spc="-1" strike="noStrike">
                <a:solidFill>
                  <a:srgbClr val="002060"/>
                </a:solidFill>
                <a:latin typeface="Arial"/>
                <a:ea typeface="Arial"/>
              </a:rPr>
              <a:t>Assistant Professor @ Dept. of Information Technology, ABV-IIITM Gwalior</a:t>
            </a:r>
            <a:endParaRPr b="0" lang="en-IN" sz="2430" spc="-1" strike="noStrike">
              <a:latin typeface="Arial"/>
            </a:endParaRPr>
          </a:p>
        </p:txBody>
      </p:sp>
      <p:sp>
        <p:nvSpPr>
          <p:cNvPr id="132" name="Google Shape;197;p27"/>
          <p:cNvSpPr/>
          <p:nvPr/>
        </p:nvSpPr>
        <p:spPr>
          <a:xfrm>
            <a:off x="2928240" y="1860840"/>
            <a:ext cx="6034320" cy="57672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IN" sz="3200" spc="-1" strike="noStrike">
                <a:solidFill>
                  <a:srgbClr val="ff0000"/>
                </a:solidFill>
                <a:latin typeface="Arial"/>
                <a:ea typeface="Arial"/>
              </a:rPr>
              <a:t>Computer Graphics Lab : 08</a:t>
            </a:r>
            <a:endParaRPr b="0" lang="en-IN" sz="3200" spc="-1" strike="noStrike">
              <a:latin typeface="Arial"/>
            </a:endParaRPr>
          </a:p>
        </p:txBody>
      </p:sp>
      <p:sp>
        <p:nvSpPr>
          <p:cNvPr id="133" name="Google Shape;198;p27"/>
          <p:cNvSpPr/>
          <p:nvPr/>
        </p:nvSpPr>
        <p:spPr>
          <a:xfrm>
            <a:off x="119160" y="2353320"/>
            <a:ext cx="11652480" cy="1314000"/>
          </a:xfrm>
          <a:prstGeom prst="rect">
            <a:avLst/>
          </a:prstGeom>
          <a:noFill/>
          <a:ln w="0">
            <a:noFill/>
          </a:ln>
        </p:spPr>
        <p:style>
          <a:lnRef idx="0"/>
          <a:fillRef idx="0"/>
          <a:effectRef idx="0"/>
          <a:fontRef idx="minor"/>
        </p:style>
        <p:txBody>
          <a:bodyPr anchor="ctr">
            <a:noAutofit/>
          </a:bodyPr>
          <a:p>
            <a:pPr algn="ctr">
              <a:lnSpc>
                <a:spcPct val="100000"/>
              </a:lnSpc>
              <a:buNone/>
              <a:tabLst>
                <a:tab algn="l" pos="0"/>
              </a:tabLst>
            </a:pPr>
            <a:r>
              <a:rPr b="0" lang="en-IN" sz="5080" spc="-1" strike="noStrike">
                <a:solidFill>
                  <a:srgbClr val="1e1c11"/>
                </a:solidFill>
                <a:latin typeface="Arial"/>
                <a:ea typeface="Arial"/>
              </a:rPr>
              <a:t>Scene Creation in 2D and 3D</a:t>
            </a:r>
            <a:endParaRPr b="0" lang="en-IN" sz="5080" spc="-1" strike="noStrike">
              <a:latin typeface="Arial"/>
            </a:endParaRPr>
          </a:p>
        </p:txBody>
      </p:sp>
      <p:sp>
        <p:nvSpPr>
          <p:cNvPr id="134" name="Google Shape;199;p27"/>
          <p:cNvSpPr/>
          <p:nvPr/>
        </p:nvSpPr>
        <p:spPr>
          <a:xfrm>
            <a:off x="3825720" y="5072400"/>
            <a:ext cx="3841560" cy="3942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1" lang="en-IN" sz="2000" spc="-1" strike="noStrike">
                <a:solidFill>
                  <a:srgbClr val="000000"/>
                </a:solidFill>
                <a:latin typeface="Arial"/>
                <a:ea typeface="Arial"/>
              </a:rPr>
              <a:t>Teaching Assistants (TAs)</a:t>
            </a:r>
            <a:endParaRPr b="0" lang="en-IN" sz="2000" spc="-1" strike="noStrike">
              <a:latin typeface="Arial"/>
            </a:endParaRPr>
          </a:p>
        </p:txBody>
      </p:sp>
      <p:graphicFrame>
        <p:nvGraphicFramePr>
          <p:cNvPr id="135" name="Google Shape;200;p27"/>
          <p:cNvGraphicFramePr/>
          <p:nvPr/>
        </p:nvGraphicFramePr>
        <p:xfrm>
          <a:off x="1119240" y="5517720"/>
          <a:ext cx="9801000" cy="1112040"/>
        </p:xfrm>
        <a:graphic>
          <a:graphicData uri="http://schemas.openxmlformats.org/drawingml/2006/table">
            <a:tbl>
              <a:tblPr/>
              <a:tblGrid>
                <a:gridCol w="7077240"/>
                <a:gridCol w="2724120"/>
              </a:tblGrid>
              <a:tr h="556200">
                <a:tc>
                  <a:txBody>
                    <a:bodyPr anchor="t">
                      <a:noAutofit/>
                    </a:bodyPr>
                    <a:p>
                      <a:pPr>
                        <a:lnSpc>
                          <a:spcPct val="100000"/>
                        </a:lnSpc>
                        <a:buNone/>
                        <a:tabLst>
                          <a:tab algn="l" pos="0"/>
                        </a:tabLst>
                      </a:pPr>
                      <a:r>
                        <a:rPr b="0" lang="en-IN" sz="1800" spc="-1" strike="noStrike">
                          <a:solidFill>
                            <a:srgbClr val="000000"/>
                          </a:solidFill>
                          <a:latin typeface="Arial"/>
                          <a:ea typeface="Arial"/>
                        </a:rPr>
                        <a:t>Mehr Aliah,  Aditya,  Radhika Gupta,</a:t>
                      </a:r>
                      <a:endParaRPr b="0" lang="en-IN"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nSpc>
                          <a:spcPct val="100000"/>
                        </a:lnSpc>
                        <a:buNone/>
                        <a:tabLst>
                          <a:tab algn="l" pos="0"/>
                        </a:tabLst>
                      </a:pPr>
                      <a:r>
                        <a:rPr b="0" lang="en-IN" sz="1800" spc="-1" strike="noStrike">
                          <a:solidFill>
                            <a:srgbClr val="000000"/>
                          </a:solidFill>
                          <a:latin typeface="Arial"/>
                          <a:ea typeface="Arial"/>
                        </a:rPr>
                        <a:t>Group-02</a:t>
                      </a:r>
                      <a:endParaRPr b="0" lang="en-IN"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r>
              <a:tr h="556200">
                <a:tc>
                  <a:txBody>
                    <a:bodyPr anchor="t">
                      <a:noAutofit/>
                    </a:bodyPr>
                    <a:p>
                      <a:pPr>
                        <a:lnSpc>
                          <a:spcPct val="100000"/>
                        </a:lnSpc>
                        <a:buNone/>
                        <a:tabLst>
                          <a:tab algn="l" pos="0"/>
                        </a:tabLst>
                      </a:pPr>
                      <a:r>
                        <a:rPr b="0" lang="en-IN" sz="1800" spc="-1" strike="noStrike">
                          <a:solidFill>
                            <a:srgbClr val="000000"/>
                          </a:solidFill>
                          <a:latin typeface="Arial"/>
                          <a:ea typeface="Arial"/>
                        </a:rPr>
                        <a:t>Anushka Agarwal, Abhishek Srivastava,Sheel Patel, Pranav </a:t>
                      </a:r>
                      <a:endParaRPr b="0" lang="en-IN"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c>
                  <a:txBody>
                    <a:bodyPr anchor="t">
                      <a:noAutofit/>
                    </a:bodyPr>
                    <a:p>
                      <a:pPr>
                        <a:lnSpc>
                          <a:spcPct val="100000"/>
                        </a:lnSpc>
                        <a:buNone/>
                        <a:tabLst>
                          <a:tab algn="l" pos="0"/>
                        </a:tabLst>
                      </a:pPr>
                      <a:r>
                        <a:rPr b="0" lang="en-IN" sz="1800" spc="-1" strike="noStrike">
                          <a:solidFill>
                            <a:srgbClr val="000000"/>
                          </a:solidFill>
                          <a:latin typeface="Arial"/>
                          <a:ea typeface="Arial"/>
                        </a:rPr>
                        <a:t>Group-01</a:t>
                      </a:r>
                      <a:endParaRPr b="0" lang="en-IN" sz="1800" spc="-1" strike="noStrike">
                        <a:latin typeface="Arial"/>
                      </a:endParaRPr>
                    </a:p>
                  </a:txBody>
                  <a:tcPr anchor="t" marL="91440" marR="91440">
                    <a:lnL w="12240">
                      <a:solidFill>
                        <a:srgbClr val="000000"/>
                      </a:solidFill>
                    </a:lnL>
                    <a:lnR w="12240">
                      <a:solidFill>
                        <a:srgbClr val="000000"/>
                      </a:solidFill>
                    </a:lnR>
                    <a:lnT w="12240">
                      <a:solidFill>
                        <a:srgbClr val="000000"/>
                      </a:solidFill>
                    </a:lnT>
                    <a:lnB w="12240">
                      <a:solidFill>
                        <a:srgbClr val="000000"/>
                      </a:solidFill>
                    </a:lnB>
                    <a:noFill/>
                  </a:tcPr>
                </a:tc>
              </a:tr>
            </a:tbl>
          </a:graphicData>
        </a:graphic>
      </p:graphicFrame>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6" name="PlaceHolder 1"/>
          <p:cNvSpPr>
            <a:spLocks noGrp="1"/>
          </p:cNvSpPr>
          <p:nvPr>
            <p:ph type="title"/>
          </p:nvPr>
        </p:nvSpPr>
        <p:spPr>
          <a:xfrm>
            <a:off x="944640" y="921240"/>
            <a:ext cx="10362600" cy="1469160"/>
          </a:xfrm>
          <a:prstGeom prst="rect">
            <a:avLst/>
          </a:prstGeom>
          <a:noFill/>
          <a:ln w="0">
            <a:noFill/>
          </a:ln>
        </p:spPr>
        <p:txBody>
          <a:bodyPr lIns="0" rIns="0" tIns="0" bIns="0" anchor="ctr">
            <a:noAutofit/>
          </a:bodyPr>
          <a:p>
            <a:pPr>
              <a:lnSpc>
                <a:spcPct val="100000"/>
              </a:lnSpc>
              <a:buNone/>
              <a:tabLst>
                <a:tab algn="l" pos="0"/>
              </a:tabLst>
            </a:pPr>
            <a:r>
              <a:rPr b="0" lang="en-IN" sz="4800" spc="-1" strike="noStrike">
                <a:solidFill>
                  <a:srgbClr val="000000"/>
                </a:solidFill>
                <a:latin typeface="Calibri"/>
                <a:ea typeface="Calibri"/>
              </a:rPr>
              <a:t>Objective of the Lab</a:t>
            </a:r>
            <a:endParaRPr b="0" lang="en-IN" sz="4800" spc="-1" strike="noStrike">
              <a:solidFill>
                <a:srgbClr val="000000"/>
              </a:solidFill>
              <a:latin typeface="Arial"/>
            </a:endParaRPr>
          </a:p>
        </p:txBody>
      </p:sp>
      <p:sp>
        <p:nvSpPr>
          <p:cNvPr id="137" name="PlaceHolder 2"/>
          <p:cNvSpPr>
            <a:spLocks noGrp="1"/>
          </p:cNvSpPr>
          <p:nvPr>
            <p:ph/>
          </p:nvPr>
        </p:nvSpPr>
        <p:spPr>
          <a:xfrm>
            <a:off x="760680" y="2859480"/>
            <a:ext cx="10972080" cy="3976920"/>
          </a:xfrm>
          <a:prstGeom prst="rect">
            <a:avLst/>
          </a:prstGeom>
          <a:noFill/>
          <a:ln w="0">
            <a:noFill/>
          </a:ln>
        </p:spPr>
        <p:txBody>
          <a:bodyPr lIns="0" rIns="0" tIns="0" bIns="0" anchor="t">
            <a:normAutofit/>
          </a:bodyPr>
          <a:p>
            <a:pPr marL="432000" indent="-324000">
              <a:lnSpc>
                <a:spcPct val="100000"/>
              </a:lnSpc>
              <a:buClr>
                <a:srgbClr val="000000"/>
              </a:buClr>
              <a:buFont typeface="Noto Sans Symbols"/>
              <a:buChar char="●"/>
            </a:pPr>
            <a:r>
              <a:rPr b="0" lang="en-IN" sz="3200" spc="-1" strike="noStrike">
                <a:solidFill>
                  <a:srgbClr val="000000"/>
                </a:solidFill>
                <a:latin typeface="Calibri"/>
                <a:ea typeface="Calibri"/>
              </a:rPr>
              <a:t>To understand and implement scene creation in 2D and 3D using geometric transformations such as translation, scaling, rotation and shearing, and to create a composite scene by applying these transformations to objects.</a:t>
            </a:r>
            <a:endParaRPr b="0" lang="en-IN" sz="32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38" name="PlaceHolder 1"/>
          <p:cNvSpPr>
            <a:spLocks noGrp="1"/>
          </p:cNvSpPr>
          <p:nvPr>
            <p:ph type="title"/>
          </p:nvPr>
        </p:nvSpPr>
        <p:spPr>
          <a:xfrm>
            <a:off x="444600" y="140040"/>
            <a:ext cx="10362600" cy="806040"/>
          </a:xfrm>
          <a:prstGeom prst="rect">
            <a:avLst/>
          </a:prstGeom>
          <a:noFill/>
          <a:ln w="0">
            <a:noFill/>
          </a:ln>
        </p:spPr>
        <p:txBody>
          <a:bodyPr lIns="0" rIns="0" tIns="0" bIns="0" anchor="ctr">
            <a:noAutofit/>
          </a:bodyPr>
          <a:p>
            <a:pPr>
              <a:lnSpc>
                <a:spcPct val="100000"/>
              </a:lnSpc>
              <a:buNone/>
              <a:tabLst>
                <a:tab algn="l" pos="0"/>
              </a:tabLst>
            </a:pPr>
            <a:r>
              <a:rPr b="0" lang="en-IN" sz="4800" spc="-1" strike="noStrike">
                <a:solidFill>
                  <a:srgbClr val="000000"/>
                </a:solidFill>
                <a:latin typeface="Calibri"/>
                <a:ea typeface="Calibri"/>
              </a:rPr>
              <a:t>Demo Assignment:</a:t>
            </a:r>
            <a:endParaRPr b="0" lang="en-IN" sz="4800" spc="-1" strike="noStrike">
              <a:solidFill>
                <a:srgbClr val="000000"/>
              </a:solidFill>
              <a:latin typeface="Arial"/>
            </a:endParaRPr>
          </a:p>
        </p:txBody>
      </p:sp>
      <p:sp>
        <p:nvSpPr>
          <p:cNvPr id="139" name="PlaceHolder 2"/>
          <p:cNvSpPr>
            <a:spLocks noGrp="1"/>
          </p:cNvSpPr>
          <p:nvPr>
            <p:ph/>
          </p:nvPr>
        </p:nvSpPr>
        <p:spPr>
          <a:xfrm>
            <a:off x="609840" y="946440"/>
            <a:ext cx="3308760" cy="5605200"/>
          </a:xfrm>
          <a:prstGeom prst="rect">
            <a:avLst/>
          </a:prstGeom>
          <a:noFill/>
          <a:ln w="0">
            <a:noFill/>
          </a:ln>
        </p:spPr>
        <p:txBody>
          <a:bodyPr lIns="0" rIns="0" tIns="0" bIns="0" anchor="t">
            <a:noAutofit/>
          </a:bodyPr>
          <a:p>
            <a:pPr>
              <a:lnSpc>
                <a:spcPct val="100000"/>
              </a:lnSpc>
              <a:buNone/>
              <a:tabLst>
                <a:tab algn="l" pos="0"/>
              </a:tabLst>
            </a:pPr>
            <a:r>
              <a:rPr b="0" lang="en-IN" sz="1400" spc="-1" strike="noStrike">
                <a:solidFill>
                  <a:srgbClr val="000000"/>
                </a:solidFill>
                <a:latin typeface="Calibri"/>
                <a:ea typeface="Calibri"/>
              </a:rPr>
              <a:t>#include &lt;GL/freeglut.h&gt;</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void display()</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glClear(GL_COLOR_BUFFER_BIT);</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 House</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glColor3f(0.8,0.5,0.2);</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glBegin(GL_QUADS);</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glVertex2f(2,2); glVertex2f(6,2);</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glVertex2f(6,5); glVertex2f(2,5);</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glEnd();</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 Roof</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glColor3f(0.8,0.1,0.1);</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glBegin(GL_TRIANGLES);</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glVertex2f(1.5,5); glVertex2f(6.5,5);</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glVertex2f(4,8);</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glEnd();</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 Door</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glColor3f(0.3,0.15,0.05);</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glBegin(GL_QUADS);</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glVertex2f(3.5,2); glVertex2f(4.5,2);</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glVertex2f(4.5,4); glVertex2f(3.5,4);</a:t>
            </a:r>
            <a:endParaRPr b="0" lang="en-IN" sz="1400" spc="-1" strike="noStrike">
              <a:solidFill>
                <a:srgbClr val="000000"/>
              </a:solidFill>
              <a:latin typeface="Arial"/>
            </a:endParaRPr>
          </a:p>
          <a:p>
            <a:pPr>
              <a:lnSpc>
                <a:spcPct val="115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glEnd();</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p:txBody>
      </p:sp>
      <p:sp>
        <p:nvSpPr>
          <p:cNvPr id="140" name="PlaceHolder 3"/>
          <p:cNvSpPr>
            <a:spLocks noGrp="1"/>
          </p:cNvSpPr>
          <p:nvPr>
            <p:ph/>
          </p:nvPr>
        </p:nvSpPr>
        <p:spPr>
          <a:xfrm>
            <a:off x="4293360" y="946440"/>
            <a:ext cx="3308760" cy="5716800"/>
          </a:xfrm>
          <a:prstGeom prst="rect">
            <a:avLst/>
          </a:prstGeom>
          <a:noFill/>
          <a:ln w="0">
            <a:noFill/>
          </a:ln>
        </p:spPr>
        <p:txBody>
          <a:bodyPr lIns="0" rIns="0" tIns="0" bIns="0" anchor="t">
            <a:noAutofit/>
          </a:bodyPr>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 Tree</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glColor3f(0.4,0.2,0.05);</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glBegin(GL_QUADS);</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glVertex2f(7.5,2); glVertex2f(8.2,2);</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glVertex2f(8.2,4.5); glVertex2f(7.5,4.5);</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glEnd();</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glColor3f(0,0.6,0.1);</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glBegin(GL_TRIANGLES);</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glVertex2f(7,4); glVertex2f(8.7,4);</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glVertex2f(7.85,6);</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glEnd();</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 Transformations</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glPushMatrix();</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glTranslatef(-1,0,0);</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glScalef(0.5,0.5,1);</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glRotatef(30,0,0,1);</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glColor3f(0.7,0,0.7);</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glBegin(GL_QUADS);</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glVertex2f(7,6); glVertex2f(8,6);</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glVertex2f(8,7); glVertex2f(7,7);</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glEnd();</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glPopMatrix();</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glFlush();</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a:t>
            </a:r>
            <a:endParaRPr b="0" lang="en-IN" sz="1400" spc="-1" strike="noStrike">
              <a:solidFill>
                <a:srgbClr val="000000"/>
              </a:solidFill>
              <a:latin typeface="Arial"/>
            </a:endParaRPr>
          </a:p>
          <a:p>
            <a:pPr>
              <a:lnSpc>
                <a:spcPct val="115000"/>
              </a:lnSpc>
              <a:buNone/>
              <a:tabLst>
                <a:tab algn="l" pos="0"/>
              </a:tabLst>
            </a:pP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p:txBody>
      </p:sp>
      <p:sp>
        <p:nvSpPr>
          <p:cNvPr id="141" name="PlaceHolder 4"/>
          <p:cNvSpPr>
            <a:spLocks noGrp="1"/>
          </p:cNvSpPr>
          <p:nvPr>
            <p:ph/>
          </p:nvPr>
        </p:nvSpPr>
        <p:spPr>
          <a:xfrm>
            <a:off x="7602120" y="946440"/>
            <a:ext cx="3308760" cy="5911200"/>
          </a:xfrm>
          <a:prstGeom prst="rect">
            <a:avLst/>
          </a:prstGeom>
          <a:noFill/>
          <a:ln w="0">
            <a:noFill/>
          </a:ln>
        </p:spPr>
        <p:txBody>
          <a:bodyPr lIns="0" rIns="0" tIns="0" bIns="0" anchor="t">
            <a:noAutofit/>
          </a:bodyPr>
          <a:p>
            <a:pPr>
              <a:lnSpc>
                <a:spcPct val="100000"/>
              </a:lnSpc>
              <a:buNone/>
              <a:tabLst>
                <a:tab algn="l" pos="0"/>
              </a:tabLst>
            </a:pPr>
            <a:r>
              <a:rPr b="0" lang="en-IN" sz="1400" spc="-1" strike="noStrike">
                <a:solidFill>
                  <a:srgbClr val="000000"/>
                </a:solidFill>
                <a:latin typeface="Calibri"/>
                <a:ea typeface="Calibri"/>
              </a:rPr>
              <a:t>void init()</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glClearColor(1,1,1,1);</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glMatrixMode(GL_PROJECTION);</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glLoadIdentity();</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gluOrtho2D(0,10,0,10);</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int main(int argc,char** argv)</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glutInit(&amp;argc,argv);</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glutInitDisplayMode(GLUT_SINGLE|GLUT_RGB);</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glutInitWindowSize(800,600);</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glutCreateWindow("2D Scene");</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init();</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glutDisplayFunc(display);</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glutMainLoop();</a:t>
            </a:r>
            <a:endParaRPr b="0" lang="en-IN" sz="1400" spc="-1" strike="noStrike">
              <a:solidFill>
                <a:srgbClr val="000000"/>
              </a:solidFill>
              <a:latin typeface="Arial"/>
            </a:endParaRPr>
          </a:p>
          <a:p>
            <a:pPr>
              <a:lnSpc>
                <a:spcPct val="100000"/>
              </a:lnSpc>
              <a:buNone/>
              <a:tabLst>
                <a:tab algn="l" pos="0"/>
              </a:tabLst>
            </a:pPr>
            <a:r>
              <a:rPr b="0" lang="en-IN" sz="1400" spc="-1" strike="noStrike">
                <a:solidFill>
                  <a:srgbClr val="000000"/>
                </a:solidFill>
                <a:latin typeface="Calibri"/>
                <a:ea typeface="Calibri"/>
              </a:rPr>
              <a:t>    </a:t>
            </a:r>
            <a:r>
              <a:rPr b="0" lang="en-IN" sz="1400" spc="-1" strike="noStrike">
                <a:solidFill>
                  <a:srgbClr val="000000"/>
                </a:solidFill>
                <a:latin typeface="Calibri"/>
                <a:ea typeface="Calibri"/>
              </a:rPr>
              <a:t>return 0;</a:t>
            </a:r>
            <a:endParaRPr b="0" lang="en-IN" sz="1400" spc="-1" strike="noStrike">
              <a:solidFill>
                <a:srgbClr val="000000"/>
              </a:solidFill>
              <a:latin typeface="Arial"/>
            </a:endParaRPr>
          </a:p>
          <a:p>
            <a:pPr>
              <a:lnSpc>
                <a:spcPct val="115000"/>
              </a:lnSpc>
              <a:buNone/>
              <a:tabLst>
                <a:tab algn="l" pos="0"/>
              </a:tabLst>
            </a:pPr>
            <a:r>
              <a:rPr b="0" lang="en-IN" sz="1400" spc="-1" strike="noStrike">
                <a:solidFill>
                  <a:srgbClr val="000000"/>
                </a:solidFill>
                <a:latin typeface="Calibri"/>
                <a:ea typeface="Calibri"/>
              </a:rPr>
              <a:t>}</a:t>
            </a:r>
            <a:endParaRPr b="0" lang="en-IN" sz="1400" spc="-1" strike="noStrike">
              <a:solidFill>
                <a:srgbClr val="000000"/>
              </a:solidFill>
              <a:latin typeface="Arial"/>
            </a:endParaRPr>
          </a:p>
          <a:p>
            <a:pPr>
              <a:lnSpc>
                <a:spcPct val="100000"/>
              </a:lnSpc>
              <a:buNone/>
              <a:tabLst>
                <a:tab algn="l" pos="0"/>
              </a:tabLst>
            </a:pPr>
            <a:endParaRPr b="0" lang="en-IN" sz="14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2" name="PlaceHolder 1"/>
          <p:cNvSpPr>
            <a:spLocks noGrp="1"/>
          </p:cNvSpPr>
          <p:nvPr>
            <p:ph type="title"/>
          </p:nvPr>
        </p:nvSpPr>
        <p:spPr>
          <a:xfrm>
            <a:off x="387000" y="3240"/>
            <a:ext cx="10980360" cy="828720"/>
          </a:xfrm>
          <a:prstGeom prst="rect">
            <a:avLst/>
          </a:prstGeom>
          <a:noFill/>
          <a:ln w="0">
            <a:noFill/>
          </a:ln>
        </p:spPr>
        <p:txBody>
          <a:bodyPr anchor="ctr">
            <a:normAutofit fontScale="80000"/>
          </a:bodyPr>
          <a:p>
            <a:pPr algn="ctr">
              <a:lnSpc>
                <a:spcPct val="100000"/>
              </a:lnSpc>
              <a:buNone/>
              <a:tabLst>
                <a:tab algn="l" pos="0"/>
              </a:tabLst>
            </a:pPr>
            <a:r>
              <a:rPr b="0" lang="en-IN" sz="6000" spc="-1" strike="noStrike">
                <a:solidFill>
                  <a:srgbClr val="000000"/>
                </a:solidFill>
                <a:latin typeface="Arial"/>
                <a:ea typeface="Arial"/>
              </a:rPr>
              <a:t>Assignment - 02</a:t>
            </a:r>
            <a:endParaRPr b="0" lang="en-IN" sz="6000" spc="-1" strike="noStrike">
              <a:solidFill>
                <a:srgbClr val="000000"/>
              </a:solidFill>
              <a:latin typeface="Arial"/>
            </a:endParaRPr>
          </a:p>
        </p:txBody>
      </p:sp>
      <p:sp>
        <p:nvSpPr>
          <p:cNvPr id="143" name="Google Shape;220;p30"/>
          <p:cNvSpPr/>
          <p:nvPr/>
        </p:nvSpPr>
        <p:spPr>
          <a:xfrm>
            <a:off x="387000" y="1034640"/>
            <a:ext cx="11210040" cy="155232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100000"/>
              </a:lnSpc>
              <a:buClr>
                <a:srgbClr val="000000"/>
              </a:buClr>
              <a:buFont typeface="Noto Sans Symbols"/>
              <a:buChar char="❖"/>
            </a:pPr>
            <a:r>
              <a:rPr b="1" lang="en-IN" sz="2400" spc="-1" strike="noStrike">
                <a:solidFill>
                  <a:srgbClr val="000000"/>
                </a:solidFill>
                <a:latin typeface="Arial"/>
                <a:ea typeface="Arial"/>
              </a:rPr>
              <a:t>Question -02 </a:t>
            </a:r>
            <a:r>
              <a:rPr b="0" lang="en-IN" sz="2400" spc="-1" strike="noStrike">
                <a:solidFill>
                  <a:srgbClr val="000000"/>
                </a:solidFill>
                <a:latin typeface="Arial"/>
                <a:ea typeface="Arial"/>
              </a:rPr>
              <a:t>: Mark at least 10 points in each of the objects shown below in 2D. Consider them as control points. Assume that local coordinate system for each object is same and the it perfectly coincide with the world coordinate system.</a:t>
            </a:r>
            <a:endParaRPr b="0" lang="en-IN" sz="2400" spc="-1" strike="noStrike">
              <a:latin typeface="Arial"/>
            </a:endParaRPr>
          </a:p>
        </p:txBody>
      </p:sp>
      <p:sp>
        <p:nvSpPr>
          <p:cNvPr id="144" name="Google Shape;221;p30"/>
          <p:cNvSpPr/>
          <p:nvPr/>
        </p:nvSpPr>
        <p:spPr>
          <a:xfrm>
            <a:off x="1487520" y="2925000"/>
            <a:ext cx="2519640" cy="2159640"/>
          </a:xfrm>
          <a:prstGeom prst="rect">
            <a:avLst/>
          </a:prstGeom>
          <a:noFill/>
          <a:ln w="25400">
            <a:solidFill>
              <a:srgbClr val="223852"/>
            </a:solidFill>
            <a:round/>
          </a:ln>
        </p:spPr>
        <p:style>
          <a:lnRef idx="0"/>
          <a:fillRef idx="0"/>
          <a:effectRef idx="0"/>
          <a:fontRef idx="minor"/>
        </p:style>
      </p:sp>
      <p:sp>
        <p:nvSpPr>
          <p:cNvPr id="145" name="Google Shape;222;p30"/>
          <p:cNvSpPr/>
          <p:nvPr/>
        </p:nvSpPr>
        <p:spPr>
          <a:xfrm>
            <a:off x="5087880" y="2832120"/>
            <a:ext cx="2231640" cy="2159640"/>
          </a:xfrm>
          <a:prstGeom prst="ellipse">
            <a:avLst/>
          </a:prstGeom>
          <a:noFill/>
          <a:ln w="25400">
            <a:solidFill>
              <a:srgbClr val="223852"/>
            </a:solidFill>
            <a:round/>
          </a:ln>
        </p:spPr>
        <p:style>
          <a:lnRef idx="0"/>
          <a:fillRef idx="0"/>
          <a:effectRef idx="0"/>
          <a:fontRef idx="minor"/>
        </p:style>
      </p:sp>
      <p:sp>
        <p:nvSpPr>
          <p:cNvPr id="146" name="Google Shape;223;p30"/>
          <p:cNvSpPr/>
          <p:nvPr/>
        </p:nvSpPr>
        <p:spPr>
          <a:xfrm>
            <a:off x="8400240" y="2709000"/>
            <a:ext cx="2687760" cy="2159640"/>
          </a:xfrm>
          <a:prstGeom prst="triangle">
            <a:avLst>
              <a:gd name="adj" fmla="val 50000"/>
            </a:avLst>
          </a:prstGeom>
          <a:noFill/>
          <a:ln w="25400">
            <a:solidFill>
              <a:srgbClr val="223852"/>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47" name="PlaceHolder 1"/>
          <p:cNvSpPr>
            <a:spLocks noGrp="1"/>
          </p:cNvSpPr>
          <p:nvPr>
            <p:ph type="title"/>
          </p:nvPr>
        </p:nvSpPr>
        <p:spPr>
          <a:xfrm>
            <a:off x="387000" y="3240"/>
            <a:ext cx="10980360" cy="828720"/>
          </a:xfrm>
          <a:prstGeom prst="rect">
            <a:avLst/>
          </a:prstGeom>
          <a:noFill/>
          <a:ln w="0">
            <a:noFill/>
          </a:ln>
        </p:spPr>
        <p:txBody>
          <a:bodyPr anchor="ctr">
            <a:normAutofit fontScale="80000"/>
          </a:bodyPr>
          <a:p>
            <a:pPr algn="ctr">
              <a:lnSpc>
                <a:spcPct val="100000"/>
              </a:lnSpc>
              <a:buNone/>
              <a:tabLst>
                <a:tab algn="l" pos="0"/>
              </a:tabLst>
            </a:pPr>
            <a:r>
              <a:rPr b="0" lang="en-IN" sz="6000" spc="-1" strike="noStrike">
                <a:solidFill>
                  <a:srgbClr val="000000"/>
                </a:solidFill>
                <a:latin typeface="Arial"/>
                <a:ea typeface="Arial"/>
              </a:rPr>
              <a:t>Assignment - 03</a:t>
            </a:r>
            <a:endParaRPr b="0" lang="en-IN" sz="6000" spc="-1" strike="noStrike">
              <a:solidFill>
                <a:srgbClr val="000000"/>
              </a:solidFill>
              <a:latin typeface="Arial"/>
            </a:endParaRPr>
          </a:p>
        </p:txBody>
      </p:sp>
      <p:sp>
        <p:nvSpPr>
          <p:cNvPr id="148" name="Google Shape;229;p31"/>
          <p:cNvSpPr/>
          <p:nvPr/>
        </p:nvSpPr>
        <p:spPr>
          <a:xfrm>
            <a:off x="387000" y="1034640"/>
            <a:ext cx="11210040" cy="45504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100000"/>
              </a:lnSpc>
              <a:buClr>
                <a:srgbClr val="000000"/>
              </a:buClr>
              <a:buFont typeface="Noto Sans Symbols"/>
              <a:buChar char="❖"/>
            </a:pPr>
            <a:r>
              <a:rPr b="1" lang="en-IN" sz="2400" spc="-1" strike="noStrike">
                <a:solidFill>
                  <a:srgbClr val="000000"/>
                </a:solidFill>
                <a:latin typeface="Arial"/>
                <a:ea typeface="Arial"/>
              </a:rPr>
              <a:t>Question -03 </a:t>
            </a:r>
            <a:r>
              <a:rPr b="0" lang="en-IN" sz="2400" spc="-1" strike="noStrike">
                <a:solidFill>
                  <a:srgbClr val="000000"/>
                </a:solidFill>
                <a:latin typeface="Arial"/>
                <a:ea typeface="Arial"/>
              </a:rPr>
              <a:t>: Create the below scene:</a:t>
            </a:r>
            <a:endParaRPr b="0" lang="en-IN" sz="2400" spc="-1" strike="noStrike">
              <a:latin typeface="Arial"/>
            </a:endParaRPr>
          </a:p>
        </p:txBody>
      </p:sp>
      <p:sp>
        <p:nvSpPr>
          <p:cNvPr id="149" name="Google Shape;230;p31"/>
          <p:cNvSpPr/>
          <p:nvPr/>
        </p:nvSpPr>
        <p:spPr>
          <a:xfrm>
            <a:off x="417960" y="2781000"/>
            <a:ext cx="2519640" cy="2159640"/>
          </a:xfrm>
          <a:prstGeom prst="rect">
            <a:avLst/>
          </a:prstGeom>
          <a:noFill/>
          <a:ln w="25400">
            <a:solidFill>
              <a:srgbClr val="223852"/>
            </a:solidFill>
            <a:round/>
          </a:ln>
        </p:spPr>
        <p:style>
          <a:lnRef idx="0"/>
          <a:fillRef idx="0"/>
          <a:effectRef idx="0"/>
          <a:fontRef idx="minor"/>
        </p:style>
      </p:sp>
      <p:sp>
        <p:nvSpPr>
          <p:cNvPr id="150" name="Google Shape;231;p31"/>
          <p:cNvSpPr/>
          <p:nvPr/>
        </p:nvSpPr>
        <p:spPr>
          <a:xfrm>
            <a:off x="2937960" y="3861000"/>
            <a:ext cx="2015640" cy="36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51" name="Google Shape;232;p31"/>
          <p:cNvSpPr/>
          <p:nvPr/>
        </p:nvSpPr>
        <p:spPr>
          <a:xfrm>
            <a:off x="2937960" y="3105720"/>
            <a:ext cx="2015640" cy="9122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0" lang="en-IN" sz="1800" spc="-1" strike="noStrike">
                <a:solidFill>
                  <a:srgbClr val="000000"/>
                </a:solidFill>
                <a:latin typeface="Arial"/>
                <a:ea typeface="Arial"/>
              </a:rPr>
              <a:t>Scale by half in both the directions</a:t>
            </a:r>
            <a:endParaRPr b="0" lang="en-IN" sz="1800" spc="-1" strike="noStrike">
              <a:latin typeface="Arial"/>
            </a:endParaRPr>
          </a:p>
        </p:txBody>
      </p:sp>
      <p:sp>
        <p:nvSpPr>
          <p:cNvPr id="152" name="Google Shape;233;p31"/>
          <p:cNvSpPr/>
          <p:nvPr/>
        </p:nvSpPr>
        <p:spPr>
          <a:xfrm>
            <a:off x="5231880" y="3321000"/>
            <a:ext cx="1439280" cy="1079280"/>
          </a:xfrm>
          <a:prstGeom prst="rect">
            <a:avLst/>
          </a:prstGeom>
          <a:noFill/>
          <a:ln w="25400">
            <a:solidFill>
              <a:srgbClr val="223852"/>
            </a:solidFill>
            <a:round/>
          </a:ln>
        </p:spPr>
        <p:style>
          <a:lnRef idx="0"/>
          <a:fillRef idx="0"/>
          <a:effectRef idx="0"/>
          <a:fontRef idx="minor"/>
        </p:style>
      </p:sp>
      <p:sp>
        <p:nvSpPr>
          <p:cNvPr id="153" name="Google Shape;234;p31"/>
          <p:cNvSpPr/>
          <p:nvPr/>
        </p:nvSpPr>
        <p:spPr>
          <a:xfrm>
            <a:off x="6888240" y="3863520"/>
            <a:ext cx="2015640" cy="36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54" name="Google Shape;235;p31"/>
          <p:cNvSpPr/>
          <p:nvPr/>
        </p:nvSpPr>
        <p:spPr>
          <a:xfrm>
            <a:off x="6816240" y="2599560"/>
            <a:ext cx="2015640" cy="146088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0" lang="en-IN" sz="1800" spc="-1" strike="noStrike">
                <a:solidFill>
                  <a:srgbClr val="000000"/>
                </a:solidFill>
                <a:latin typeface="Arial"/>
                <a:ea typeface="Arial"/>
              </a:rPr>
              <a:t>Create its 3 copies and rotate it each of them by 30 degrees </a:t>
            </a:r>
            <a:endParaRPr b="0" lang="en-IN" sz="1800" spc="-1" strike="noStrike">
              <a:latin typeface="Arial"/>
            </a:endParaRPr>
          </a:p>
        </p:txBody>
      </p:sp>
      <p:sp>
        <p:nvSpPr>
          <p:cNvPr id="155" name="Google Shape;236;p31"/>
          <p:cNvSpPr/>
          <p:nvPr/>
        </p:nvSpPr>
        <p:spPr>
          <a:xfrm>
            <a:off x="9200160" y="3567600"/>
            <a:ext cx="2126880" cy="363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IN" sz="1800" spc="-1" strike="noStrike">
                <a:solidFill>
                  <a:srgbClr val="000000"/>
                </a:solidFill>
                <a:latin typeface="Arial"/>
                <a:ea typeface="Arial"/>
              </a:rPr>
              <a:t>Show your scene</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56" name="PlaceHolder 1"/>
          <p:cNvSpPr>
            <a:spLocks noGrp="1"/>
          </p:cNvSpPr>
          <p:nvPr>
            <p:ph type="title"/>
          </p:nvPr>
        </p:nvSpPr>
        <p:spPr>
          <a:xfrm>
            <a:off x="387000" y="3240"/>
            <a:ext cx="10980360" cy="828720"/>
          </a:xfrm>
          <a:prstGeom prst="rect">
            <a:avLst/>
          </a:prstGeom>
          <a:noFill/>
          <a:ln w="0">
            <a:noFill/>
          </a:ln>
        </p:spPr>
        <p:txBody>
          <a:bodyPr anchor="ctr">
            <a:normAutofit fontScale="80000"/>
          </a:bodyPr>
          <a:p>
            <a:pPr algn="ctr">
              <a:lnSpc>
                <a:spcPct val="100000"/>
              </a:lnSpc>
              <a:buNone/>
              <a:tabLst>
                <a:tab algn="l" pos="0"/>
              </a:tabLst>
            </a:pPr>
            <a:r>
              <a:rPr b="0" lang="en-IN" sz="6000" spc="-1" strike="noStrike">
                <a:solidFill>
                  <a:srgbClr val="000000"/>
                </a:solidFill>
                <a:latin typeface="Arial"/>
                <a:ea typeface="Arial"/>
              </a:rPr>
              <a:t>Assignment - 04</a:t>
            </a:r>
            <a:endParaRPr b="0" lang="en-IN" sz="6000" spc="-1" strike="noStrike">
              <a:solidFill>
                <a:srgbClr val="000000"/>
              </a:solidFill>
              <a:latin typeface="Arial"/>
            </a:endParaRPr>
          </a:p>
        </p:txBody>
      </p:sp>
      <p:sp>
        <p:nvSpPr>
          <p:cNvPr id="157" name="Google Shape;242;p32"/>
          <p:cNvSpPr/>
          <p:nvPr/>
        </p:nvSpPr>
        <p:spPr>
          <a:xfrm>
            <a:off x="387000" y="1034640"/>
            <a:ext cx="11210040" cy="45504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100000"/>
              </a:lnSpc>
              <a:buClr>
                <a:srgbClr val="000000"/>
              </a:buClr>
              <a:buFont typeface="Noto Sans Symbols"/>
              <a:buChar char="❖"/>
            </a:pPr>
            <a:r>
              <a:rPr b="1" lang="en-IN" sz="2400" spc="-1" strike="noStrike">
                <a:solidFill>
                  <a:srgbClr val="000000"/>
                </a:solidFill>
                <a:latin typeface="Arial"/>
                <a:ea typeface="Arial"/>
              </a:rPr>
              <a:t>Question -04 </a:t>
            </a:r>
            <a:r>
              <a:rPr b="0" lang="en-IN" sz="2400" spc="-1" strike="noStrike">
                <a:solidFill>
                  <a:srgbClr val="000000"/>
                </a:solidFill>
                <a:latin typeface="Arial"/>
                <a:ea typeface="Arial"/>
              </a:rPr>
              <a:t>: Create the below scene:</a:t>
            </a:r>
            <a:endParaRPr b="0" lang="en-IN" sz="2400" spc="-1" strike="noStrike">
              <a:latin typeface="Arial"/>
            </a:endParaRPr>
          </a:p>
        </p:txBody>
      </p:sp>
      <p:sp>
        <p:nvSpPr>
          <p:cNvPr id="158" name="Google Shape;243;p32"/>
          <p:cNvSpPr/>
          <p:nvPr/>
        </p:nvSpPr>
        <p:spPr>
          <a:xfrm>
            <a:off x="400320" y="1809000"/>
            <a:ext cx="2519640" cy="2159640"/>
          </a:xfrm>
          <a:prstGeom prst="rect">
            <a:avLst/>
          </a:prstGeom>
          <a:noFill/>
          <a:ln w="25400">
            <a:solidFill>
              <a:srgbClr val="223852"/>
            </a:solidFill>
            <a:round/>
          </a:ln>
        </p:spPr>
        <p:style>
          <a:lnRef idx="0"/>
          <a:fillRef idx="0"/>
          <a:effectRef idx="0"/>
          <a:fontRef idx="minor"/>
        </p:style>
      </p:sp>
      <p:sp>
        <p:nvSpPr>
          <p:cNvPr id="159" name="Google Shape;244;p32"/>
          <p:cNvSpPr/>
          <p:nvPr/>
        </p:nvSpPr>
        <p:spPr>
          <a:xfrm>
            <a:off x="2920320" y="2889000"/>
            <a:ext cx="2015640" cy="36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60" name="Google Shape;245;p32"/>
          <p:cNvSpPr/>
          <p:nvPr/>
        </p:nvSpPr>
        <p:spPr>
          <a:xfrm>
            <a:off x="2920320" y="2133720"/>
            <a:ext cx="2015640" cy="9122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0" lang="en-IN" sz="1800" spc="-1" strike="noStrike">
                <a:solidFill>
                  <a:srgbClr val="000000"/>
                </a:solidFill>
                <a:latin typeface="Arial"/>
                <a:ea typeface="Arial"/>
              </a:rPr>
              <a:t>Scale by half in both the directions</a:t>
            </a:r>
            <a:endParaRPr b="0" lang="en-IN" sz="1800" spc="-1" strike="noStrike">
              <a:latin typeface="Arial"/>
            </a:endParaRPr>
          </a:p>
        </p:txBody>
      </p:sp>
      <p:sp>
        <p:nvSpPr>
          <p:cNvPr id="161" name="Google Shape;246;p32"/>
          <p:cNvSpPr/>
          <p:nvPr/>
        </p:nvSpPr>
        <p:spPr>
          <a:xfrm>
            <a:off x="5214240" y="2349000"/>
            <a:ext cx="1439280" cy="1079280"/>
          </a:xfrm>
          <a:prstGeom prst="rect">
            <a:avLst/>
          </a:prstGeom>
          <a:noFill/>
          <a:ln w="25400">
            <a:solidFill>
              <a:srgbClr val="223852"/>
            </a:solidFill>
            <a:round/>
          </a:ln>
        </p:spPr>
        <p:style>
          <a:lnRef idx="0"/>
          <a:fillRef idx="0"/>
          <a:effectRef idx="0"/>
          <a:fontRef idx="minor"/>
        </p:style>
      </p:sp>
      <p:sp>
        <p:nvSpPr>
          <p:cNvPr id="162" name="Google Shape;247;p32"/>
          <p:cNvSpPr/>
          <p:nvPr/>
        </p:nvSpPr>
        <p:spPr>
          <a:xfrm>
            <a:off x="6654240" y="2889000"/>
            <a:ext cx="1456920" cy="124848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63" name="Google Shape;248;p32"/>
          <p:cNvSpPr/>
          <p:nvPr/>
        </p:nvSpPr>
        <p:spPr>
          <a:xfrm>
            <a:off x="9376920" y="6045120"/>
            <a:ext cx="2126880" cy="363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IN" sz="1800" spc="-1" strike="noStrike">
                <a:solidFill>
                  <a:srgbClr val="000000"/>
                </a:solidFill>
                <a:latin typeface="Arial"/>
                <a:ea typeface="Arial"/>
              </a:rPr>
              <a:t>Show your scene</a:t>
            </a:r>
            <a:endParaRPr b="0" lang="en-IN" sz="1800" spc="-1" strike="noStrike">
              <a:latin typeface="Arial"/>
            </a:endParaRPr>
          </a:p>
        </p:txBody>
      </p:sp>
      <p:sp>
        <p:nvSpPr>
          <p:cNvPr id="164" name="Google Shape;249;p32"/>
          <p:cNvSpPr/>
          <p:nvPr/>
        </p:nvSpPr>
        <p:spPr>
          <a:xfrm>
            <a:off x="2920320" y="5733360"/>
            <a:ext cx="2015640" cy="36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65" name="Google Shape;250;p32"/>
          <p:cNvSpPr/>
          <p:nvPr/>
        </p:nvSpPr>
        <p:spPr>
          <a:xfrm>
            <a:off x="2920320" y="4978080"/>
            <a:ext cx="2015640" cy="9122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0" lang="en-IN" sz="1800" spc="-1" strike="noStrike">
                <a:solidFill>
                  <a:srgbClr val="000000"/>
                </a:solidFill>
                <a:latin typeface="Arial"/>
                <a:ea typeface="Arial"/>
              </a:rPr>
              <a:t>Scale by half in both the directions</a:t>
            </a:r>
            <a:endParaRPr b="0" lang="en-IN" sz="1800" spc="-1" strike="noStrike">
              <a:latin typeface="Arial"/>
            </a:endParaRPr>
          </a:p>
        </p:txBody>
      </p:sp>
      <p:sp>
        <p:nvSpPr>
          <p:cNvPr id="166" name="Google Shape;251;p32"/>
          <p:cNvSpPr/>
          <p:nvPr/>
        </p:nvSpPr>
        <p:spPr>
          <a:xfrm>
            <a:off x="544320" y="4437000"/>
            <a:ext cx="2231640" cy="2159640"/>
          </a:xfrm>
          <a:prstGeom prst="ellipse">
            <a:avLst/>
          </a:prstGeom>
          <a:noFill/>
          <a:ln w="25400">
            <a:solidFill>
              <a:srgbClr val="223852"/>
            </a:solidFill>
            <a:round/>
          </a:ln>
        </p:spPr>
        <p:style>
          <a:lnRef idx="0"/>
          <a:fillRef idx="0"/>
          <a:effectRef idx="0"/>
          <a:fontRef idx="minor"/>
        </p:style>
      </p:sp>
      <p:sp>
        <p:nvSpPr>
          <p:cNvPr id="167" name="Google Shape;252;p32"/>
          <p:cNvSpPr/>
          <p:nvPr/>
        </p:nvSpPr>
        <p:spPr>
          <a:xfrm>
            <a:off x="5214240" y="5135400"/>
            <a:ext cx="1302480" cy="1278360"/>
          </a:xfrm>
          <a:prstGeom prst="ellipse">
            <a:avLst/>
          </a:prstGeom>
          <a:noFill/>
          <a:ln w="25400">
            <a:solidFill>
              <a:srgbClr val="223852"/>
            </a:solidFill>
            <a:round/>
          </a:ln>
        </p:spPr>
        <p:style>
          <a:lnRef idx="0"/>
          <a:fillRef idx="0"/>
          <a:effectRef idx="0"/>
          <a:fontRef idx="minor"/>
        </p:style>
      </p:sp>
      <p:sp>
        <p:nvSpPr>
          <p:cNvPr id="168" name="Google Shape;253;p32"/>
          <p:cNvSpPr/>
          <p:nvPr/>
        </p:nvSpPr>
        <p:spPr>
          <a:xfrm flipH="1" rot="10800000">
            <a:off x="6653880" y="4137840"/>
            <a:ext cx="1456920" cy="151992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69" name="Google Shape;254;p32"/>
          <p:cNvSpPr/>
          <p:nvPr/>
        </p:nvSpPr>
        <p:spPr>
          <a:xfrm>
            <a:off x="9480240" y="3544200"/>
            <a:ext cx="1439280" cy="1079280"/>
          </a:xfrm>
          <a:prstGeom prst="rect">
            <a:avLst/>
          </a:prstGeom>
          <a:noFill/>
          <a:ln w="25400">
            <a:solidFill>
              <a:srgbClr val="223852"/>
            </a:solidFill>
            <a:round/>
          </a:ln>
        </p:spPr>
        <p:style>
          <a:lnRef idx="0"/>
          <a:fillRef idx="0"/>
          <a:effectRef idx="0"/>
          <a:fontRef idx="minor"/>
        </p:style>
      </p:sp>
      <p:sp>
        <p:nvSpPr>
          <p:cNvPr id="170" name="Google Shape;255;p32"/>
          <p:cNvSpPr/>
          <p:nvPr/>
        </p:nvSpPr>
        <p:spPr>
          <a:xfrm>
            <a:off x="8861400" y="2944800"/>
            <a:ext cx="1302480" cy="1278360"/>
          </a:xfrm>
          <a:prstGeom prst="ellipse">
            <a:avLst/>
          </a:prstGeom>
          <a:noFill/>
          <a:ln w="25400">
            <a:solidFill>
              <a:srgbClr val="223852"/>
            </a:solidFill>
            <a:round/>
          </a:ln>
        </p:spPr>
        <p:style>
          <a:lnRef idx="0"/>
          <a:fillRef idx="0"/>
          <a:effectRef idx="0"/>
          <a:fontRef idx="minor"/>
        </p:style>
      </p:sp>
      <p:sp>
        <p:nvSpPr>
          <p:cNvPr id="171" name="Google Shape;256;p32"/>
          <p:cNvSpPr/>
          <p:nvPr/>
        </p:nvSpPr>
        <p:spPr>
          <a:xfrm>
            <a:off x="10217160" y="2925000"/>
            <a:ext cx="1302480" cy="1278360"/>
          </a:xfrm>
          <a:prstGeom prst="ellipse">
            <a:avLst/>
          </a:prstGeom>
          <a:noFill/>
          <a:ln w="25400">
            <a:solidFill>
              <a:srgbClr val="223852"/>
            </a:solidFill>
            <a:round/>
          </a:ln>
        </p:spPr>
        <p:style>
          <a:lnRef idx="0"/>
          <a:fillRef idx="0"/>
          <a:effectRef idx="0"/>
          <a:fontRef idx="minor"/>
        </p:style>
      </p:sp>
      <p:sp>
        <p:nvSpPr>
          <p:cNvPr id="172" name="Google Shape;257;p32"/>
          <p:cNvSpPr/>
          <p:nvPr/>
        </p:nvSpPr>
        <p:spPr>
          <a:xfrm>
            <a:off x="8912880" y="3963960"/>
            <a:ext cx="1302480" cy="1278360"/>
          </a:xfrm>
          <a:prstGeom prst="ellipse">
            <a:avLst/>
          </a:prstGeom>
          <a:noFill/>
          <a:ln w="25400">
            <a:solidFill>
              <a:srgbClr val="223852"/>
            </a:solidFill>
            <a:round/>
          </a:ln>
        </p:spPr>
        <p:style>
          <a:lnRef idx="0"/>
          <a:fillRef idx="0"/>
          <a:effectRef idx="0"/>
          <a:fontRef idx="minor"/>
        </p:style>
      </p:sp>
      <p:sp>
        <p:nvSpPr>
          <p:cNvPr id="173" name="Google Shape;258;p32"/>
          <p:cNvSpPr/>
          <p:nvPr/>
        </p:nvSpPr>
        <p:spPr>
          <a:xfrm>
            <a:off x="10269000" y="3944160"/>
            <a:ext cx="1302480" cy="1278360"/>
          </a:xfrm>
          <a:prstGeom prst="ellipse">
            <a:avLst/>
          </a:prstGeom>
          <a:noFill/>
          <a:ln w="25400">
            <a:solidFill>
              <a:srgbClr val="223852"/>
            </a:solidFill>
            <a:round/>
          </a:ln>
        </p:spPr>
        <p:style>
          <a:lnRef idx="0"/>
          <a:fillRef idx="0"/>
          <a:effectRef idx="0"/>
          <a:fontRef idx="minor"/>
        </p:style>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74" name="PlaceHolder 1"/>
          <p:cNvSpPr>
            <a:spLocks noGrp="1"/>
          </p:cNvSpPr>
          <p:nvPr>
            <p:ph type="title"/>
          </p:nvPr>
        </p:nvSpPr>
        <p:spPr>
          <a:xfrm>
            <a:off x="387000" y="3240"/>
            <a:ext cx="10980360" cy="828720"/>
          </a:xfrm>
          <a:prstGeom prst="rect">
            <a:avLst/>
          </a:prstGeom>
          <a:noFill/>
          <a:ln w="0">
            <a:noFill/>
          </a:ln>
        </p:spPr>
        <p:txBody>
          <a:bodyPr anchor="ctr">
            <a:normAutofit fontScale="80000"/>
          </a:bodyPr>
          <a:p>
            <a:pPr algn="ctr">
              <a:lnSpc>
                <a:spcPct val="100000"/>
              </a:lnSpc>
              <a:buNone/>
              <a:tabLst>
                <a:tab algn="l" pos="0"/>
              </a:tabLst>
            </a:pPr>
            <a:r>
              <a:rPr b="0" lang="en-IN" sz="6000" spc="-1" strike="noStrike">
                <a:solidFill>
                  <a:srgbClr val="000000"/>
                </a:solidFill>
                <a:latin typeface="Arial"/>
                <a:ea typeface="Arial"/>
              </a:rPr>
              <a:t>Assignment - 05</a:t>
            </a:r>
            <a:endParaRPr b="0" lang="en-IN" sz="6000" spc="-1" strike="noStrike">
              <a:solidFill>
                <a:srgbClr val="000000"/>
              </a:solidFill>
              <a:latin typeface="Arial"/>
            </a:endParaRPr>
          </a:p>
        </p:txBody>
      </p:sp>
      <p:sp>
        <p:nvSpPr>
          <p:cNvPr id="175" name="Google Shape;264;p33"/>
          <p:cNvSpPr/>
          <p:nvPr/>
        </p:nvSpPr>
        <p:spPr>
          <a:xfrm>
            <a:off x="387000" y="1034640"/>
            <a:ext cx="11210040" cy="455040"/>
          </a:xfrm>
          <a:prstGeom prst="rect">
            <a:avLst/>
          </a:prstGeom>
          <a:noFill/>
          <a:ln w="0">
            <a:noFill/>
          </a:ln>
        </p:spPr>
        <p:style>
          <a:lnRef idx="0"/>
          <a:fillRef idx="0"/>
          <a:effectRef idx="0"/>
          <a:fontRef idx="minor"/>
        </p:style>
        <p:txBody>
          <a:bodyPr lIns="90000" rIns="90000" tIns="45000" bIns="45000" anchor="t">
            <a:noAutofit/>
          </a:bodyPr>
          <a:p>
            <a:pPr marL="343080" indent="-343080">
              <a:lnSpc>
                <a:spcPct val="100000"/>
              </a:lnSpc>
              <a:buClr>
                <a:srgbClr val="000000"/>
              </a:buClr>
              <a:buFont typeface="Noto Sans Symbols"/>
              <a:buChar char="❖"/>
            </a:pPr>
            <a:r>
              <a:rPr b="1" lang="en-IN" sz="2400" spc="-1" strike="noStrike">
                <a:solidFill>
                  <a:srgbClr val="000000"/>
                </a:solidFill>
                <a:latin typeface="Arial"/>
                <a:ea typeface="Arial"/>
              </a:rPr>
              <a:t>Question -04 </a:t>
            </a:r>
            <a:r>
              <a:rPr b="0" lang="en-IN" sz="2400" spc="-1" strike="noStrike">
                <a:solidFill>
                  <a:srgbClr val="000000"/>
                </a:solidFill>
                <a:latin typeface="Arial"/>
                <a:ea typeface="Arial"/>
              </a:rPr>
              <a:t>: Create the below scene:</a:t>
            </a:r>
            <a:endParaRPr b="0" lang="en-IN" sz="2400" spc="-1" strike="noStrike">
              <a:latin typeface="Arial"/>
            </a:endParaRPr>
          </a:p>
        </p:txBody>
      </p:sp>
      <p:sp>
        <p:nvSpPr>
          <p:cNvPr id="176" name="Google Shape;265;p33"/>
          <p:cNvSpPr/>
          <p:nvPr/>
        </p:nvSpPr>
        <p:spPr>
          <a:xfrm>
            <a:off x="400320" y="1809000"/>
            <a:ext cx="2519640" cy="2159640"/>
          </a:xfrm>
          <a:prstGeom prst="rect">
            <a:avLst/>
          </a:prstGeom>
          <a:noFill/>
          <a:ln w="25400">
            <a:solidFill>
              <a:srgbClr val="223852"/>
            </a:solidFill>
            <a:round/>
          </a:ln>
        </p:spPr>
        <p:style>
          <a:lnRef idx="0"/>
          <a:fillRef idx="0"/>
          <a:effectRef idx="0"/>
          <a:fontRef idx="minor"/>
        </p:style>
      </p:sp>
      <p:sp>
        <p:nvSpPr>
          <p:cNvPr id="177" name="Google Shape;266;p33"/>
          <p:cNvSpPr/>
          <p:nvPr/>
        </p:nvSpPr>
        <p:spPr>
          <a:xfrm>
            <a:off x="2920320" y="2889000"/>
            <a:ext cx="2015640" cy="36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78" name="Google Shape;267;p33"/>
          <p:cNvSpPr/>
          <p:nvPr/>
        </p:nvSpPr>
        <p:spPr>
          <a:xfrm>
            <a:off x="2920320" y="2133720"/>
            <a:ext cx="2015640" cy="9122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0" lang="en-IN" sz="1800" spc="-1" strike="noStrike">
                <a:solidFill>
                  <a:srgbClr val="000000"/>
                </a:solidFill>
                <a:latin typeface="Arial"/>
                <a:ea typeface="Arial"/>
              </a:rPr>
              <a:t>Scale by half in both the directions</a:t>
            </a:r>
            <a:endParaRPr b="0" lang="en-IN" sz="1800" spc="-1" strike="noStrike">
              <a:latin typeface="Arial"/>
            </a:endParaRPr>
          </a:p>
        </p:txBody>
      </p:sp>
      <p:sp>
        <p:nvSpPr>
          <p:cNvPr id="179" name="Google Shape;268;p33"/>
          <p:cNvSpPr/>
          <p:nvPr/>
        </p:nvSpPr>
        <p:spPr>
          <a:xfrm>
            <a:off x="9701640" y="4094280"/>
            <a:ext cx="2233800" cy="363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IN" sz="1800" spc="-1" strike="noStrike">
                <a:solidFill>
                  <a:srgbClr val="000000"/>
                </a:solidFill>
                <a:latin typeface="Arial"/>
                <a:ea typeface="Arial"/>
              </a:rPr>
              <a:t>create your scene</a:t>
            </a:r>
            <a:endParaRPr b="0" lang="en-IN" sz="1800" spc="-1" strike="noStrike">
              <a:latin typeface="Arial"/>
            </a:endParaRPr>
          </a:p>
        </p:txBody>
      </p:sp>
      <p:sp>
        <p:nvSpPr>
          <p:cNvPr id="180" name="Google Shape;269;p33"/>
          <p:cNvSpPr/>
          <p:nvPr/>
        </p:nvSpPr>
        <p:spPr>
          <a:xfrm>
            <a:off x="2920320" y="5733360"/>
            <a:ext cx="2015640" cy="36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81" name="Google Shape;270;p33"/>
          <p:cNvSpPr/>
          <p:nvPr/>
        </p:nvSpPr>
        <p:spPr>
          <a:xfrm>
            <a:off x="2920320" y="4978080"/>
            <a:ext cx="2015640" cy="91224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0" lang="en-IN" sz="1800" spc="-1" strike="noStrike">
                <a:solidFill>
                  <a:srgbClr val="000000"/>
                </a:solidFill>
                <a:latin typeface="Arial"/>
                <a:ea typeface="Arial"/>
              </a:rPr>
              <a:t>Scale by half in both the directions</a:t>
            </a:r>
            <a:endParaRPr b="0" lang="en-IN" sz="1800" spc="-1" strike="noStrike">
              <a:latin typeface="Arial"/>
            </a:endParaRPr>
          </a:p>
        </p:txBody>
      </p:sp>
      <p:sp>
        <p:nvSpPr>
          <p:cNvPr id="182" name="Google Shape;271;p33"/>
          <p:cNvSpPr/>
          <p:nvPr/>
        </p:nvSpPr>
        <p:spPr>
          <a:xfrm>
            <a:off x="6247080" y="2088720"/>
            <a:ext cx="2015640" cy="6379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0" lang="en-IN" sz="1800" spc="-1" strike="noStrike">
                <a:solidFill>
                  <a:srgbClr val="000000"/>
                </a:solidFill>
                <a:latin typeface="Arial"/>
                <a:ea typeface="Arial"/>
              </a:rPr>
              <a:t>Shear it along x-direction by 2</a:t>
            </a:r>
            <a:endParaRPr b="0" lang="en-IN" sz="1800" spc="-1" strike="noStrike">
              <a:latin typeface="Arial"/>
            </a:endParaRPr>
          </a:p>
        </p:txBody>
      </p:sp>
      <p:sp>
        <p:nvSpPr>
          <p:cNvPr id="183" name="Google Shape;272;p33"/>
          <p:cNvSpPr/>
          <p:nvPr/>
        </p:nvSpPr>
        <p:spPr>
          <a:xfrm>
            <a:off x="6247080" y="2844000"/>
            <a:ext cx="2015640" cy="36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84" name="Google Shape;273;p33"/>
          <p:cNvSpPr/>
          <p:nvPr/>
        </p:nvSpPr>
        <p:spPr>
          <a:xfrm>
            <a:off x="311040" y="4221000"/>
            <a:ext cx="2687760" cy="2159640"/>
          </a:xfrm>
          <a:prstGeom prst="triangle">
            <a:avLst>
              <a:gd name="adj" fmla="val 50000"/>
            </a:avLst>
          </a:prstGeom>
          <a:noFill/>
          <a:ln w="25400">
            <a:solidFill>
              <a:srgbClr val="223852"/>
            </a:solidFill>
            <a:round/>
          </a:ln>
        </p:spPr>
        <p:style>
          <a:lnRef idx="0"/>
          <a:fillRef idx="0"/>
          <a:effectRef idx="0"/>
          <a:fontRef idx="minor"/>
        </p:style>
      </p:sp>
      <p:sp>
        <p:nvSpPr>
          <p:cNvPr id="185" name="Google Shape;274;p33"/>
          <p:cNvSpPr/>
          <p:nvPr/>
        </p:nvSpPr>
        <p:spPr>
          <a:xfrm>
            <a:off x="8537040" y="2628000"/>
            <a:ext cx="34092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IN" sz="2400" spc="-1" strike="noStrike">
                <a:solidFill>
                  <a:srgbClr val="000000"/>
                </a:solidFill>
                <a:latin typeface="Arial"/>
                <a:ea typeface="Arial"/>
              </a:rPr>
              <a:t>?</a:t>
            </a:r>
            <a:endParaRPr b="0" lang="en-IN" sz="2400" spc="-1" strike="noStrike">
              <a:latin typeface="Arial"/>
            </a:endParaRPr>
          </a:p>
        </p:txBody>
      </p:sp>
      <p:sp>
        <p:nvSpPr>
          <p:cNvPr id="186" name="Google Shape;275;p33"/>
          <p:cNvSpPr/>
          <p:nvPr/>
        </p:nvSpPr>
        <p:spPr>
          <a:xfrm>
            <a:off x="5578560" y="5393520"/>
            <a:ext cx="34092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IN" sz="2400" spc="-1" strike="noStrike">
                <a:solidFill>
                  <a:srgbClr val="000000"/>
                </a:solidFill>
                <a:latin typeface="Arial"/>
                <a:ea typeface="Arial"/>
              </a:rPr>
              <a:t>?</a:t>
            </a:r>
            <a:endParaRPr b="0" lang="en-IN" sz="2400" spc="-1" strike="noStrike">
              <a:latin typeface="Arial"/>
            </a:endParaRPr>
          </a:p>
        </p:txBody>
      </p:sp>
      <p:sp>
        <p:nvSpPr>
          <p:cNvPr id="187" name="Google Shape;276;p33"/>
          <p:cNvSpPr/>
          <p:nvPr/>
        </p:nvSpPr>
        <p:spPr>
          <a:xfrm>
            <a:off x="6276240" y="4978080"/>
            <a:ext cx="2015640" cy="637920"/>
          </a:xfrm>
          <a:prstGeom prst="rect">
            <a:avLst/>
          </a:prstGeom>
          <a:noFill/>
          <a:ln w="0">
            <a:noFill/>
          </a:ln>
        </p:spPr>
        <p:style>
          <a:lnRef idx="0"/>
          <a:fillRef idx="0"/>
          <a:effectRef idx="0"/>
          <a:fontRef idx="minor"/>
        </p:style>
        <p:txBody>
          <a:bodyPr lIns="90000" rIns="90000" tIns="45000" bIns="45000" anchor="t">
            <a:noAutofit/>
          </a:bodyPr>
          <a:p>
            <a:pPr algn="ctr">
              <a:lnSpc>
                <a:spcPct val="100000"/>
              </a:lnSpc>
              <a:buNone/>
              <a:tabLst>
                <a:tab algn="l" pos="0"/>
              </a:tabLst>
            </a:pPr>
            <a:r>
              <a:rPr b="0" lang="en-IN" sz="1800" spc="-1" strike="noStrike">
                <a:solidFill>
                  <a:srgbClr val="000000"/>
                </a:solidFill>
                <a:latin typeface="Arial"/>
                <a:ea typeface="Arial"/>
              </a:rPr>
              <a:t>Rotate it by -30 degree</a:t>
            </a:r>
            <a:endParaRPr b="0" lang="en-IN" sz="1800" spc="-1" strike="noStrike">
              <a:latin typeface="Arial"/>
            </a:endParaRPr>
          </a:p>
        </p:txBody>
      </p:sp>
      <p:sp>
        <p:nvSpPr>
          <p:cNvPr id="188" name="Google Shape;277;p33"/>
          <p:cNvSpPr/>
          <p:nvPr/>
        </p:nvSpPr>
        <p:spPr>
          <a:xfrm>
            <a:off x="6276240" y="5733360"/>
            <a:ext cx="2015640" cy="36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89" name="Google Shape;278;p33"/>
          <p:cNvSpPr/>
          <p:nvPr/>
        </p:nvSpPr>
        <p:spPr>
          <a:xfrm>
            <a:off x="8649000" y="5502600"/>
            <a:ext cx="340920" cy="45504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IN" sz="2400" spc="-1" strike="noStrike">
                <a:solidFill>
                  <a:srgbClr val="000000"/>
                </a:solidFill>
                <a:latin typeface="Arial"/>
                <a:ea typeface="Arial"/>
              </a:rPr>
              <a:t>?</a:t>
            </a:r>
            <a:endParaRPr b="0" lang="en-IN" sz="2400" spc="-1" strike="noStrike">
              <a:latin typeface="Arial"/>
            </a:endParaRPr>
          </a:p>
        </p:txBody>
      </p:sp>
      <p:sp>
        <p:nvSpPr>
          <p:cNvPr id="190" name="Google Shape;279;p33"/>
          <p:cNvSpPr/>
          <p:nvPr/>
        </p:nvSpPr>
        <p:spPr>
          <a:xfrm>
            <a:off x="9120240" y="2997000"/>
            <a:ext cx="1151280" cy="79128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91" name="Google Shape;280;p33"/>
          <p:cNvSpPr/>
          <p:nvPr/>
        </p:nvSpPr>
        <p:spPr>
          <a:xfrm flipH="1" rot="10800000">
            <a:off x="9346320" y="4508640"/>
            <a:ext cx="824760" cy="1114560"/>
          </a:xfrm>
          <a:custGeom>
            <a:avLst/>
            <a:gdLst/>
            <a:ahLst/>
            <a:rect l="l" t="t" r="r" b="b"/>
            <a:pathLst>
              <a:path w="21600" h="21600">
                <a:moveTo>
                  <a:pt x="0" y="0"/>
                </a:moveTo>
                <a:lnTo>
                  <a:pt x="21600" y="21600"/>
                </a:lnTo>
              </a:path>
            </a:pathLst>
          </a:custGeom>
          <a:noFill/>
          <a:ln w="9525">
            <a:solidFill>
              <a:srgbClr val="4a7ebb"/>
            </a:solidFill>
            <a:round/>
            <a:tailEnd len="med" type="triangle" w="med"/>
          </a:ln>
        </p:spPr>
        <p:style>
          <a:lnRef idx="0"/>
          <a:fillRef idx="0"/>
          <a:effectRef idx="0"/>
          <a:fontRef idx="minor"/>
        </p:style>
      </p:sp>
      <p:sp>
        <p:nvSpPr>
          <p:cNvPr id="192" name="Google Shape;281;p33"/>
          <p:cNvSpPr/>
          <p:nvPr/>
        </p:nvSpPr>
        <p:spPr>
          <a:xfrm>
            <a:off x="9516600" y="3767400"/>
            <a:ext cx="2603880" cy="363600"/>
          </a:xfrm>
          <a:prstGeom prst="rect">
            <a:avLst/>
          </a:prstGeom>
          <a:noFill/>
          <a:ln w="0">
            <a:noFill/>
          </a:ln>
        </p:spPr>
        <p:style>
          <a:lnRef idx="0"/>
          <a:fillRef idx="0"/>
          <a:effectRef idx="0"/>
          <a:fontRef idx="minor"/>
        </p:style>
        <p:txBody>
          <a:bodyPr lIns="90000" rIns="90000" tIns="45000" bIns="45000" anchor="t">
            <a:noAutofit/>
          </a:bodyPr>
          <a:p>
            <a:pPr>
              <a:lnSpc>
                <a:spcPct val="100000"/>
              </a:lnSpc>
              <a:buNone/>
              <a:tabLst>
                <a:tab algn="l" pos="0"/>
              </a:tabLst>
            </a:pPr>
            <a:r>
              <a:rPr b="0" lang="en-IN" sz="1800" spc="-1" strike="noStrike">
                <a:solidFill>
                  <a:srgbClr val="000000"/>
                </a:solidFill>
                <a:latin typeface="Arial"/>
                <a:ea typeface="Arial"/>
              </a:rPr>
              <a:t>Join in some ways to </a:t>
            </a:r>
            <a:endParaRPr b="0" lang="en-IN" sz="1800" spc="-1" strike="noStrike">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193" name="PlaceHolder 1"/>
          <p:cNvSpPr>
            <a:spLocks noGrp="1"/>
          </p:cNvSpPr>
          <p:nvPr>
            <p:ph type="title"/>
          </p:nvPr>
        </p:nvSpPr>
        <p:spPr>
          <a:xfrm>
            <a:off x="1199520" y="2889720"/>
            <a:ext cx="9288360" cy="1077840"/>
          </a:xfrm>
          <a:prstGeom prst="rect">
            <a:avLst/>
          </a:prstGeom>
          <a:noFill/>
          <a:ln w="0">
            <a:noFill/>
          </a:ln>
        </p:spPr>
        <p:txBody>
          <a:bodyPr anchor="ctr">
            <a:normAutofit/>
          </a:bodyPr>
          <a:p>
            <a:pPr algn="ctr">
              <a:lnSpc>
                <a:spcPct val="100000"/>
              </a:lnSpc>
              <a:buNone/>
              <a:tabLst>
                <a:tab algn="l" pos="0"/>
              </a:tabLst>
            </a:pPr>
            <a:r>
              <a:rPr b="0" lang="en-IN" sz="6000" spc="-1" strike="noStrike">
                <a:solidFill>
                  <a:srgbClr val="000000"/>
                </a:solidFill>
                <a:latin typeface="Arial"/>
                <a:ea typeface="Arial"/>
              </a:rPr>
              <a:t>Thank you !</a:t>
            </a:r>
            <a:endParaRPr b="0" lang="en-IN" sz="6000" spc="-1" strike="noStrike">
              <a:solidFill>
                <a:srgbClr val="000000"/>
              </a:solidFill>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DejaVu Sans"/>
        <a:cs typeface="DejaVu Sans"/>
      </a:majorFont>
      <a:minorFont>
        <a:latin typeface="Arial"/>
        <a:ea typeface="DejaVu Sans"/>
        <a:cs typeface="DejaVu Sans"/>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miter/>
        </a:ln>
        <a:ln w="25400" cap="flat" cmpd="sng" algn="ctr">
          <a:solidFill>
            <a:schemeClr val="phClr"/>
          </a:solidFill>
          <a:prstDash val="solid"/>
          <a:miter/>
        </a:ln>
        <a:ln w="38100" cap="flat" cmpd="sng" algn="ctr">
          <a:solidFill>
            <a:schemeClr val="phClr"/>
          </a:solidFill>
          <a:prstDash val="solid"/>
          <a:miter/>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app.xml><?xml version="1.0" encoding="utf-8"?>
<Properties xmlns="http://schemas.openxmlformats.org/officeDocument/2006/extended-properties" xmlns:vt="http://schemas.openxmlformats.org/officeDocument/2006/docPropsVTypes">
  <Template/>
  <TotalTime>0</TotalTime>
  <Application>LibreOffice/7.3.7.2$Linux_X86_64 LibreOffice_project/30$Build-2</Application>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
  <dc:description/>
  <dc:language>en-IN</dc:language>
  <cp:lastModifiedBy/>
  <dcterms:modified xsi:type="dcterms:W3CDTF">2026-10-04T23:04:29Z</dcterms:modified>
  <cp:revision>1</cp:revision>
  <dc:subject/>
  <dc:title/>
</cp:coreProperties>
</file>