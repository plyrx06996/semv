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528"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el Patel" userId="e6c740f74728dce2" providerId="LiveId" clId="{10850622-257A-4BD2-BEBC-0C1A8802EE22}"/>
    <pc:docChg chg="modSld">
      <pc:chgData name="Sheel Patel" userId="e6c740f74728dce2" providerId="LiveId" clId="{10850622-257A-4BD2-BEBC-0C1A8802EE22}" dt="2026-10-25T11:28:30.591" v="3" actId="20577"/>
      <pc:docMkLst>
        <pc:docMk/>
      </pc:docMkLst>
      <pc:sldChg chg="modSp mod">
        <pc:chgData name="Sheel Patel" userId="e6c740f74728dce2" providerId="LiveId" clId="{10850622-257A-4BD2-BEBC-0C1A8802EE22}" dt="2026-10-25T11:28:30.591" v="3" actId="20577"/>
        <pc:sldMkLst>
          <pc:docMk/>
          <pc:sldMk cId="0" sldId="256"/>
        </pc:sldMkLst>
        <pc:spChg chg="mod">
          <ac:chgData name="Sheel Patel" userId="e6c740f74728dce2" providerId="LiveId" clId="{10850622-257A-4BD2-BEBC-0C1A8802EE22}" dt="2026-10-25T11:28:30.591" v="3"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2389717" y="612775"/>
            <a:ext cx="7315200" cy="4114800"/>
          </a:xfrm>
          <a:prstGeom prst="rect">
            <a:avLst/>
          </a:prstGeom>
          <a:noFill/>
          <a:ln>
            <a:noFill/>
          </a:ln>
        </p:spPr>
      </p:sp>
      <p:sp>
        <p:nvSpPr>
          <p:cNvPr id="68" name="Google Shape;68;p1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3"/>
          <p:cNvPicPr preferRelativeResize="0"/>
          <p:nvPr/>
        </p:nvPicPr>
        <p:blipFill rotWithShape="1">
          <a:blip r:embed="rId3">
            <a:alphaModFix/>
          </a:blip>
          <a:srcRect/>
          <a:stretch/>
        </p:blipFill>
        <p:spPr>
          <a:xfrm>
            <a:off x="42801" y="23924"/>
            <a:ext cx="868623" cy="1224136"/>
          </a:xfrm>
          <a:prstGeom prst="rect">
            <a:avLst/>
          </a:prstGeom>
          <a:noFill/>
          <a:ln>
            <a:noFill/>
          </a:ln>
        </p:spPr>
      </p:pic>
      <p:sp>
        <p:nvSpPr>
          <p:cNvPr id="90" name="Google Shape;90;p13"/>
          <p:cNvSpPr txBox="1"/>
          <p:nvPr/>
        </p:nvSpPr>
        <p:spPr>
          <a:xfrm>
            <a:off x="755092" y="63213"/>
            <a:ext cx="11287000" cy="1184847"/>
          </a:xfrm>
          <a:prstGeom prst="rect">
            <a:avLst/>
          </a:prstGeom>
          <a:noFill/>
          <a:ln>
            <a:noFill/>
          </a:ln>
        </p:spPr>
        <p:txBody>
          <a:bodyPr spcFirstLastPara="1" wrap="square" lIns="91425" tIns="45700" rIns="91425" bIns="45700" anchor="ctr" anchorCtr="0">
            <a:normAutofit fontScale="97500"/>
          </a:bodyPr>
          <a:lstStyle/>
          <a:p>
            <a:pPr marL="0" marR="0" lvl="0" indent="0" algn="ctr" rtl="0">
              <a:lnSpc>
                <a:spcPct val="118750"/>
              </a:lnSpc>
              <a:spcBef>
                <a:spcPts val="0"/>
              </a:spcBef>
              <a:spcAft>
                <a:spcPts val="0"/>
              </a:spcAft>
              <a:buClr>
                <a:schemeClr val="dk1"/>
              </a:buClr>
              <a:buSzPct val="100000"/>
              <a:buFont typeface="Arial"/>
              <a:buNone/>
            </a:pPr>
            <a:r>
              <a:rPr lang="en-IN" sz="3200" b="0" i="0" u="none" strike="noStrike" cap="none">
                <a:solidFill>
                  <a:schemeClr val="dk1"/>
                </a:solidFill>
                <a:latin typeface="Arial"/>
                <a:ea typeface="Arial"/>
                <a:cs typeface="Arial"/>
                <a:sym typeface="Arial"/>
              </a:rPr>
              <a:t>Atal Bihari Vajpayee</a:t>
            </a:r>
            <a:r>
              <a:rPr lang="en-IN" sz="2900" b="1" i="0" u="none" strike="noStrike" cap="none">
                <a:solidFill>
                  <a:srgbClr val="002060"/>
                </a:solidFill>
                <a:latin typeface="Arial"/>
                <a:ea typeface="Arial"/>
                <a:cs typeface="Arial"/>
                <a:sym typeface="Arial"/>
              </a:rPr>
              <a:t>-</a:t>
            </a:r>
            <a:endParaRPr/>
          </a:p>
          <a:p>
            <a:pPr marL="0" marR="0" lvl="0" indent="0" algn="ctr" rtl="0">
              <a:lnSpc>
                <a:spcPct val="131034"/>
              </a:lnSpc>
              <a:spcBef>
                <a:spcPts val="0"/>
              </a:spcBef>
              <a:spcAft>
                <a:spcPts val="0"/>
              </a:spcAft>
              <a:buClr>
                <a:srgbClr val="002060"/>
              </a:buClr>
              <a:buSzPct val="100000"/>
              <a:buFont typeface="Arial"/>
              <a:buNone/>
            </a:pPr>
            <a:r>
              <a:rPr lang="en-IN" sz="2900" b="0" i="0" u="none" strike="noStrike" cap="none">
                <a:solidFill>
                  <a:srgbClr val="002060"/>
                </a:solidFill>
                <a:latin typeface="Arial"/>
                <a:ea typeface="Arial"/>
                <a:cs typeface="Arial"/>
                <a:sym typeface="Arial"/>
              </a:rPr>
              <a:t>Indian Institute of Information Technology and Management Gwalior</a:t>
            </a:r>
            <a:endParaRPr sz="2400" b="0" i="0" u="none" strike="noStrike" cap="none">
              <a:solidFill>
                <a:srgbClr val="002060"/>
              </a:solidFill>
              <a:latin typeface="Arial"/>
              <a:ea typeface="Arial"/>
              <a:cs typeface="Arial"/>
              <a:sym typeface="Arial"/>
            </a:endParaRPr>
          </a:p>
        </p:txBody>
      </p:sp>
      <p:sp>
        <p:nvSpPr>
          <p:cNvPr id="91" name="Google Shape;91;p13"/>
          <p:cNvSpPr txBox="1"/>
          <p:nvPr/>
        </p:nvSpPr>
        <p:spPr>
          <a:xfrm>
            <a:off x="77325" y="3702775"/>
            <a:ext cx="11584200" cy="1184700"/>
          </a:xfrm>
          <a:prstGeom prst="rect">
            <a:avLst/>
          </a:prstGeom>
          <a:noFill/>
          <a:ln>
            <a:noFill/>
          </a:ln>
        </p:spPr>
        <p:txBody>
          <a:bodyPr spcFirstLastPara="1" wrap="square" lIns="91425" tIns="45700" rIns="91425" bIns="45700" anchor="ctr" anchorCtr="0">
            <a:normAutofit lnSpcReduction="20000"/>
          </a:bodyPr>
          <a:lstStyle/>
          <a:p>
            <a:pPr marL="0" marR="0" lvl="0" indent="0" algn="ctr" rtl="0">
              <a:spcBef>
                <a:spcPts val="0"/>
              </a:spcBef>
              <a:spcAft>
                <a:spcPts val="0"/>
              </a:spcAft>
              <a:buClr>
                <a:srgbClr val="002060"/>
              </a:buClr>
              <a:buSzPts val="2900"/>
              <a:buFont typeface="Arial"/>
              <a:buNone/>
            </a:pPr>
            <a:r>
              <a:rPr lang="en-IN" sz="2900" b="1" i="0" u="none" strike="noStrike" cap="none">
                <a:solidFill>
                  <a:srgbClr val="002060"/>
                </a:solidFill>
                <a:latin typeface="Arial"/>
                <a:ea typeface="Arial"/>
                <a:cs typeface="Arial"/>
                <a:sym typeface="Arial"/>
              </a:rPr>
              <a:t>Instructor – Dr. Sunil Kumar</a:t>
            </a:r>
            <a:endParaRPr/>
          </a:p>
          <a:p>
            <a:pPr marL="0" marR="0" lvl="0" indent="0" algn="ctr" rtl="0">
              <a:spcBef>
                <a:spcPts val="0"/>
              </a:spcBef>
              <a:spcAft>
                <a:spcPts val="0"/>
              </a:spcAft>
              <a:buClr>
                <a:srgbClr val="002060"/>
              </a:buClr>
              <a:buSzPts val="2900"/>
              <a:buFont typeface="Arial"/>
              <a:buNone/>
            </a:pPr>
            <a:r>
              <a:rPr lang="en-IN" sz="2900" b="0" i="0" u="none" strike="noStrike" cap="none">
                <a:solidFill>
                  <a:srgbClr val="002060"/>
                </a:solidFill>
                <a:latin typeface="Arial"/>
                <a:ea typeface="Arial"/>
                <a:cs typeface="Arial"/>
                <a:sym typeface="Arial"/>
              </a:rPr>
              <a:t>Assistant Professor @ Dept. of Information Technology, ABV-IIITM Gwalior</a:t>
            </a:r>
            <a:endParaRPr/>
          </a:p>
        </p:txBody>
      </p:sp>
      <p:sp>
        <p:nvSpPr>
          <p:cNvPr id="92" name="Google Shape;92;p13"/>
          <p:cNvSpPr txBox="1"/>
          <p:nvPr/>
        </p:nvSpPr>
        <p:spPr>
          <a:xfrm>
            <a:off x="3337700" y="1860700"/>
            <a:ext cx="6053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0" i="0" u="none" strike="noStrike" cap="none">
                <a:solidFill>
                  <a:srgbClr val="FF0000"/>
                </a:solidFill>
                <a:latin typeface="Arial"/>
                <a:ea typeface="Arial"/>
                <a:cs typeface="Arial"/>
                <a:sym typeface="Arial"/>
              </a:rPr>
              <a:t>Computer Graphics Lab : </a:t>
            </a:r>
            <a:r>
              <a:rPr lang="en-IN" sz="3200">
                <a:solidFill>
                  <a:srgbClr val="FF0000"/>
                </a:solidFill>
              </a:rPr>
              <a:t>10</a:t>
            </a:r>
            <a:r>
              <a:rPr lang="en-IN" sz="3200" b="0" i="0" u="none" strike="noStrike" cap="none">
                <a:solidFill>
                  <a:srgbClr val="FF0000"/>
                </a:solidFill>
                <a:latin typeface="Arial"/>
                <a:ea typeface="Arial"/>
                <a:cs typeface="Arial"/>
                <a:sym typeface="Arial"/>
              </a:rPr>
              <a:t> </a:t>
            </a:r>
            <a:endParaRPr dirty="0"/>
          </a:p>
        </p:txBody>
      </p:sp>
      <p:sp>
        <p:nvSpPr>
          <p:cNvPr id="93" name="Google Shape;93;p13"/>
          <p:cNvSpPr txBox="1"/>
          <p:nvPr/>
        </p:nvSpPr>
        <p:spPr>
          <a:xfrm>
            <a:off x="119332" y="2353458"/>
            <a:ext cx="11653219" cy="1314611"/>
          </a:xfrm>
          <a:prstGeom prst="rect">
            <a:avLst/>
          </a:prstGeom>
          <a:noFill/>
          <a:ln>
            <a:noFill/>
          </a:ln>
        </p:spPr>
        <p:txBody>
          <a:bodyPr spcFirstLastPara="1" wrap="square" lIns="91425" tIns="45700" rIns="91425" bIns="45700" anchor="ctr" anchorCtr="0">
            <a:normAutofit fontScale="97500"/>
          </a:bodyPr>
          <a:lstStyle/>
          <a:p>
            <a:pPr marL="0" marR="0" lvl="0" indent="0" algn="ctr" rtl="0">
              <a:spcBef>
                <a:spcPts val="0"/>
              </a:spcBef>
              <a:spcAft>
                <a:spcPts val="0"/>
              </a:spcAft>
              <a:buClr>
                <a:srgbClr val="1D1B10"/>
              </a:buClr>
              <a:buSzPct val="100000"/>
              <a:buFont typeface="Arial"/>
              <a:buNone/>
            </a:pPr>
            <a:r>
              <a:rPr lang="en-IN" sz="6600" b="0" u="none">
                <a:solidFill>
                  <a:srgbClr val="1D1B10"/>
                </a:solidFill>
                <a:latin typeface="Arial"/>
                <a:ea typeface="Arial"/>
                <a:cs typeface="Arial"/>
                <a:sym typeface="Arial"/>
              </a:rPr>
              <a:t>Lighting &amp; Shading Models</a:t>
            </a:r>
            <a:endParaRPr sz="6600" b="0" u="none">
              <a:solidFill>
                <a:schemeClr val="dk1"/>
              </a:solidFill>
              <a:latin typeface="Arial"/>
              <a:ea typeface="Arial"/>
              <a:cs typeface="Arial"/>
              <a:sym typeface="Arial"/>
            </a:endParaRPr>
          </a:p>
        </p:txBody>
      </p:sp>
      <p:sp>
        <p:nvSpPr>
          <p:cNvPr id="94" name="Google Shape;94;p13"/>
          <p:cNvSpPr txBox="1"/>
          <p:nvPr/>
        </p:nvSpPr>
        <p:spPr>
          <a:xfrm>
            <a:off x="4079775" y="4887599"/>
            <a:ext cx="3663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a:solidFill>
                  <a:schemeClr val="dk1"/>
                </a:solidFill>
                <a:latin typeface="Arial"/>
                <a:ea typeface="Arial"/>
                <a:cs typeface="Arial"/>
                <a:sym typeface="Arial"/>
              </a:rPr>
              <a:t>Teaching Assistants (TAs)</a:t>
            </a:r>
            <a:endParaRPr/>
          </a:p>
        </p:txBody>
      </p:sp>
      <p:pic>
        <p:nvPicPr>
          <p:cNvPr id="95" name="Google Shape;95;p13"/>
          <p:cNvPicPr preferRelativeResize="0"/>
          <p:nvPr/>
        </p:nvPicPr>
        <p:blipFill>
          <a:blip r:embed="rId4">
            <a:alphaModFix/>
          </a:blip>
          <a:stretch>
            <a:fillRect/>
          </a:stretch>
        </p:blipFill>
        <p:spPr>
          <a:xfrm>
            <a:off x="755100" y="5382000"/>
            <a:ext cx="9820275" cy="147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a:spLocks noGrp="1"/>
          </p:cNvSpPr>
          <p:nvPr>
            <p:ph type="title"/>
          </p:nvPr>
        </p:nvSpPr>
        <p:spPr>
          <a:xfrm>
            <a:off x="335360" y="32186"/>
            <a:ext cx="10981220" cy="107866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6000"/>
              <a:buFont typeface="Arial"/>
              <a:buNone/>
            </a:pPr>
            <a:r>
              <a:rPr lang="en-IN" sz="6000">
                <a:latin typeface="Arial"/>
                <a:ea typeface="Arial"/>
                <a:cs typeface="Arial"/>
                <a:sym typeface="Arial"/>
              </a:rPr>
              <a:t>Objective of this lab</a:t>
            </a:r>
            <a:endParaRPr sz="2700">
              <a:latin typeface="Arial"/>
              <a:ea typeface="Arial"/>
              <a:cs typeface="Arial"/>
              <a:sym typeface="Arial"/>
            </a:endParaRPr>
          </a:p>
        </p:txBody>
      </p:sp>
      <p:sp>
        <p:nvSpPr>
          <p:cNvPr id="101" name="Google Shape;101;p14"/>
          <p:cNvSpPr txBox="1"/>
          <p:nvPr/>
        </p:nvSpPr>
        <p:spPr>
          <a:xfrm>
            <a:off x="720000" y="1548000"/>
            <a:ext cx="11266200" cy="32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3000">
                <a:solidFill>
                  <a:schemeClr val="dk1"/>
                </a:solidFill>
                <a:latin typeface="Calibri"/>
                <a:ea typeface="Calibri"/>
                <a:cs typeface="Calibri"/>
                <a:sym typeface="Calibri"/>
              </a:rPr>
              <a:t>To study and implement various lighting and shading models in computer graphics, including Flat, Gouraud, and Phong shading, and Ray Tracing, while applying 3D transformations to objects and comparing their visual effects on rendered scenes.</a:t>
            </a:r>
            <a:endParaRPr sz="3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497360" y="199336"/>
            <a:ext cx="10981200" cy="1078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6000"/>
              <a:buFont typeface="Arial"/>
              <a:buNone/>
            </a:pPr>
            <a:r>
              <a:rPr lang="en-IN" sz="6000">
                <a:solidFill>
                  <a:srgbClr val="00B050"/>
                </a:solidFill>
                <a:latin typeface="Arial"/>
                <a:ea typeface="Arial"/>
                <a:cs typeface="Arial"/>
                <a:sym typeface="Arial"/>
              </a:rPr>
              <a:t>Demo</a:t>
            </a:r>
            <a:r>
              <a:rPr lang="en-IN" sz="6000">
                <a:latin typeface="Arial"/>
                <a:ea typeface="Arial"/>
                <a:cs typeface="Arial"/>
                <a:sym typeface="Arial"/>
              </a:rPr>
              <a:t> Assignment - 01</a:t>
            </a:r>
            <a:endParaRPr sz="2700">
              <a:latin typeface="Arial"/>
              <a:ea typeface="Arial"/>
              <a:cs typeface="Arial"/>
              <a:sym typeface="Arial"/>
            </a:endParaRPr>
          </a:p>
        </p:txBody>
      </p:sp>
      <p:sp>
        <p:nvSpPr>
          <p:cNvPr id="107" name="Google Shape;107;p15"/>
          <p:cNvSpPr txBox="1"/>
          <p:nvPr/>
        </p:nvSpPr>
        <p:spPr>
          <a:xfrm>
            <a:off x="756000" y="1449600"/>
            <a:ext cx="4068000" cy="51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a:solidFill>
                  <a:schemeClr val="dk1"/>
                </a:solidFill>
                <a:latin typeface="Calibri"/>
                <a:ea typeface="Calibri"/>
                <a:cs typeface="Calibri"/>
                <a:sym typeface="Calibri"/>
              </a:rPr>
              <a:t>#include &lt;GL/glut.h&gt;</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float angle = 0;</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void display() {</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glClear(GL_COLOR_BUFFER_BIT | GL_DEPTH_BUFFER_BIT);</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glLoadIdentity();</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glTranslatef(0, 0, -4);</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glRotatef(angle, 1, 1, 0);</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glEnable(GL_LIGHTING);</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glEnable(GL_LIGHT0);</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glEnable(GL_DEPTH_TEST);</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glShadeModel(GL_FLAT);</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GLfloat light[] = {2, 3, 4, 1};</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glLightfv(GL_LIGHT0, GL_POSITION, light);</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glutSolidCube(1.0);</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glutSwapBuffers();</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p:txBody>
      </p:sp>
      <p:sp>
        <p:nvSpPr>
          <p:cNvPr id="108" name="Google Shape;108;p15"/>
          <p:cNvSpPr txBox="1"/>
          <p:nvPr/>
        </p:nvSpPr>
        <p:spPr>
          <a:xfrm>
            <a:off x="5750400" y="1449600"/>
            <a:ext cx="4311600" cy="540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a:solidFill>
                  <a:schemeClr val="dk1"/>
                </a:solidFill>
                <a:latin typeface="Calibri"/>
                <a:ea typeface="Calibri"/>
                <a:cs typeface="Calibri"/>
                <a:sym typeface="Calibri"/>
              </a:rPr>
              <a:t>void update(int) {</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angle += 1;</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glutPostRedisplay();</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glutTimerFunc(16, update, 0);</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int main(int argc, char** argv) {</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glutInit(&amp;argc, argv);</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glutInitDisplayMode(GLUT_DOUBLE | GLUT_RGB | GLUT_DEPTH);</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glutInitWindowSize(600, 600);</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glutCreateWindow("Flat Shading - Rotating Cube");</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glMatrixMode(GL_PROJECTION);</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gluPerspective(45, 1, 1, 100);</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glMatrixMode(GL_MODELVIEW);</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glutDisplayFunc(display);</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glutTimerFunc(0, update, 0);</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glutMainLoop();</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IN">
                <a:solidFill>
                  <a:schemeClr val="dk1"/>
                </a:solidFill>
                <a:latin typeface="Calibri"/>
                <a:ea typeface="Calibri"/>
                <a:cs typeface="Calibri"/>
                <a:sym typeface="Calibri"/>
              </a:rPr>
              <a:t>    return 0;</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p:nvPr/>
        </p:nvSpPr>
        <p:spPr>
          <a:xfrm>
            <a:off x="490582" y="1268760"/>
            <a:ext cx="11210836" cy="3465244"/>
          </a:xfrm>
          <a:prstGeom prst="rect">
            <a:avLst/>
          </a:prstGeom>
          <a:blipFill rotWithShape="1">
            <a:blip r:embed="rId3">
              <a:alphaModFix/>
            </a:blip>
            <a:stretch>
              <a:fillRect l="-707" r="-707" b="-21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1800">
                <a:latin typeface="Calibri"/>
                <a:ea typeface="Calibri"/>
                <a:cs typeface="Calibri"/>
                <a:sym typeface="Calibri"/>
              </a:rPr>
              <a:t> </a:t>
            </a:r>
            <a:endParaRPr/>
          </a:p>
        </p:txBody>
      </p:sp>
      <p:sp>
        <p:nvSpPr>
          <p:cNvPr id="114" name="Google Shape;114;p16"/>
          <p:cNvSpPr txBox="1"/>
          <p:nvPr/>
        </p:nvSpPr>
        <p:spPr>
          <a:xfrm>
            <a:off x="3071676" y="34825"/>
            <a:ext cx="59823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6000">
                <a:solidFill>
                  <a:schemeClr val="dk1"/>
                </a:solidFill>
                <a:latin typeface="Arial"/>
                <a:ea typeface="Arial"/>
                <a:cs typeface="Arial"/>
                <a:sym typeface="Arial"/>
              </a:rPr>
              <a:t>Assignment - 02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p:nvPr/>
        </p:nvSpPr>
        <p:spPr>
          <a:xfrm>
            <a:off x="386856" y="1034639"/>
            <a:ext cx="11210836" cy="4051878"/>
          </a:xfrm>
          <a:prstGeom prst="rect">
            <a:avLst/>
          </a:prstGeom>
          <a:blipFill rotWithShape="1">
            <a:blip r:embed="rId3">
              <a:alphaModFix/>
            </a:blip>
            <a:stretch>
              <a:fillRect l="-707" r="-707" b="-18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1800">
                <a:latin typeface="Calibri"/>
                <a:ea typeface="Calibri"/>
                <a:cs typeface="Calibri"/>
                <a:sym typeface="Calibri"/>
              </a:rPr>
              <a:t> </a:t>
            </a:r>
            <a:endParaRPr/>
          </a:p>
        </p:txBody>
      </p:sp>
      <p:sp>
        <p:nvSpPr>
          <p:cNvPr id="120" name="Google Shape;120;p17"/>
          <p:cNvSpPr txBox="1"/>
          <p:nvPr/>
        </p:nvSpPr>
        <p:spPr>
          <a:xfrm>
            <a:off x="3071677" y="34825"/>
            <a:ext cx="62883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6000">
                <a:solidFill>
                  <a:schemeClr val="dk1"/>
                </a:solidFill>
                <a:latin typeface="Arial"/>
                <a:ea typeface="Arial"/>
                <a:cs typeface="Arial"/>
                <a:sym typeface="Arial"/>
              </a:rPr>
              <a:t>Assignment - 03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p:nvPr/>
        </p:nvSpPr>
        <p:spPr>
          <a:xfrm>
            <a:off x="490582" y="1018789"/>
            <a:ext cx="11210836" cy="5811078"/>
          </a:xfrm>
          <a:prstGeom prst="rect">
            <a:avLst/>
          </a:prstGeom>
          <a:blipFill rotWithShape="1">
            <a:blip r:embed="rId3">
              <a:alphaModFix/>
            </a:blip>
            <a:stretch>
              <a:fillRect l="-707" r="-707" b="-146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1800">
                <a:latin typeface="Calibri"/>
                <a:ea typeface="Calibri"/>
                <a:cs typeface="Calibri"/>
                <a:sym typeface="Calibri"/>
              </a:rPr>
              <a:t> </a:t>
            </a:r>
            <a:endParaRPr/>
          </a:p>
        </p:txBody>
      </p:sp>
      <p:sp>
        <p:nvSpPr>
          <p:cNvPr id="126" name="Google Shape;126;p18"/>
          <p:cNvSpPr txBox="1"/>
          <p:nvPr/>
        </p:nvSpPr>
        <p:spPr>
          <a:xfrm>
            <a:off x="3071677" y="67975"/>
            <a:ext cx="63963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6000">
                <a:solidFill>
                  <a:schemeClr val="dk1"/>
                </a:solidFill>
                <a:latin typeface="Arial"/>
                <a:ea typeface="Arial"/>
                <a:cs typeface="Arial"/>
                <a:sym typeface="Arial"/>
              </a:rPr>
              <a:t>Assignment - 04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389366" y="64304"/>
            <a:ext cx="10981220" cy="82938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Arial"/>
              <a:buNone/>
            </a:pPr>
            <a:r>
              <a:rPr lang="en-IN" sz="6000">
                <a:latin typeface="Arial"/>
                <a:ea typeface="Arial"/>
                <a:cs typeface="Arial"/>
                <a:sym typeface="Arial"/>
              </a:rPr>
              <a:t>Assignment - 05</a:t>
            </a:r>
            <a:endParaRPr sz="2700">
              <a:latin typeface="Arial"/>
              <a:ea typeface="Arial"/>
              <a:cs typeface="Arial"/>
              <a:sym typeface="Arial"/>
            </a:endParaRPr>
          </a:p>
        </p:txBody>
      </p:sp>
      <p:sp>
        <p:nvSpPr>
          <p:cNvPr id="132" name="Google Shape;132;p19"/>
          <p:cNvSpPr txBox="1"/>
          <p:nvPr/>
        </p:nvSpPr>
        <p:spPr>
          <a:xfrm>
            <a:off x="695400" y="1196752"/>
            <a:ext cx="11089232" cy="46166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IN" sz="2400" b="1">
                <a:solidFill>
                  <a:schemeClr val="dk1"/>
                </a:solidFill>
                <a:latin typeface="Arial"/>
                <a:ea typeface="Arial"/>
                <a:cs typeface="Arial"/>
                <a:sym typeface="Arial"/>
              </a:rPr>
              <a:t>Question -05 </a:t>
            </a:r>
            <a:r>
              <a:rPr lang="en-IN" sz="2400">
                <a:solidFill>
                  <a:schemeClr val="dk1"/>
                </a:solidFill>
                <a:latin typeface="Arial"/>
                <a:ea typeface="Arial"/>
                <a:cs typeface="Arial"/>
                <a:sym typeface="Arial"/>
              </a:rPr>
              <a:t>: Create a scene of your interest and colour it.</a:t>
            </a:r>
            <a:endParaRPr/>
          </a:p>
        </p:txBody>
      </p:sp>
      <p:sp>
        <p:nvSpPr>
          <p:cNvPr id="133" name="Google Shape;133;p19"/>
          <p:cNvSpPr/>
          <p:nvPr/>
        </p:nvSpPr>
        <p:spPr>
          <a:xfrm>
            <a:off x="3215680" y="2276872"/>
            <a:ext cx="5328592" cy="3240360"/>
          </a:xfrm>
          <a:prstGeom prst="roundRect">
            <a:avLst>
              <a:gd name="adj" fmla="val 16667"/>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19"/>
          <p:cNvSpPr txBox="1"/>
          <p:nvPr/>
        </p:nvSpPr>
        <p:spPr>
          <a:xfrm>
            <a:off x="5159896" y="3712386"/>
            <a:ext cx="166045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Arial"/>
                <a:ea typeface="Arial"/>
                <a:cs typeface="Arial"/>
                <a:sym typeface="Arial"/>
              </a:rPr>
              <a:t>YOUR SCENE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txBox="1">
            <a:spLocks noGrp="1"/>
          </p:cNvSpPr>
          <p:nvPr>
            <p:ph type="title"/>
          </p:nvPr>
        </p:nvSpPr>
        <p:spPr>
          <a:xfrm>
            <a:off x="1199456" y="2889667"/>
            <a:ext cx="9289032" cy="107866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6000"/>
              <a:buFont typeface="Arial"/>
              <a:buNone/>
            </a:pPr>
            <a:r>
              <a:rPr lang="en-IN" sz="6000">
                <a:latin typeface="Arial"/>
                <a:ea typeface="Arial"/>
                <a:cs typeface="Arial"/>
                <a:sym typeface="Arial"/>
              </a:rPr>
              <a:t>Thank you !</a:t>
            </a:r>
            <a:endParaRPr sz="27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373</Words>
  <Application>Microsoft Office PowerPoint</Application>
  <PresentationFormat>Widescreen</PresentationFormat>
  <Paragraphs>65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Noto Sans Symbols</vt:lpstr>
      <vt:lpstr>Office Theme</vt:lpstr>
      <vt:lpstr>PowerPoint Presentation</vt:lpstr>
      <vt:lpstr>Objective of this lab</vt:lpstr>
      <vt:lpstr>Demo Assignment - 01</vt:lpstr>
      <vt:lpstr>PowerPoint Presentation</vt:lpstr>
      <vt:lpstr>PowerPoint Presentation</vt:lpstr>
      <vt:lpstr>PowerPoint Presentation</vt:lpstr>
      <vt:lpstr>Assignment - 05</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Sheel Patel</cp:lastModifiedBy>
  <cp:revision>1</cp:revision>
  <dcterms:modified xsi:type="dcterms:W3CDTF">2026-10-25T11:28:34Z</dcterms:modified>
</cp:coreProperties>
</file>